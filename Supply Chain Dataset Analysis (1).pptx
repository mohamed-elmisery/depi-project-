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 id="2147484035" r:id="rId2"/>
  </p:sldMasterIdLst>
  <p:notesMasterIdLst>
    <p:notesMasterId r:id="rId17"/>
  </p:notesMasterIdLst>
  <p:handoutMasterIdLst>
    <p:handoutMasterId r:id="rId18"/>
  </p:handoutMasterIdLst>
  <p:sldIdLst>
    <p:sldId id="290" r:id="rId3"/>
    <p:sldId id="257" r:id="rId4"/>
    <p:sldId id="291" r:id="rId5"/>
    <p:sldId id="292" r:id="rId6"/>
    <p:sldId id="308" r:id="rId7"/>
    <p:sldId id="309" r:id="rId8"/>
    <p:sldId id="310" r:id="rId9"/>
    <p:sldId id="315" r:id="rId10"/>
    <p:sldId id="317" r:id="rId11"/>
    <p:sldId id="316" r:id="rId12"/>
    <p:sldId id="300" r:id="rId13"/>
    <p:sldId id="314" r:id="rId14"/>
    <p:sldId id="312" r:id="rId15"/>
    <p:sldId id="313" r:id="rId16"/>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81"/>
    <p:restoredTop sz="94716"/>
  </p:normalViewPr>
  <p:slideViewPr>
    <p:cSldViewPr snapToGrid="0" snapToObjects="1" showGuides="1">
      <p:cViewPr varScale="1">
        <p:scale>
          <a:sx n="105" d="100"/>
          <a:sy n="105" d="100"/>
        </p:scale>
        <p:origin x="1110" y="96"/>
      </p:cViewPr>
      <p:guideLst/>
    </p:cSldViewPr>
  </p:slideViewPr>
  <p:notesTextViewPr>
    <p:cViewPr>
      <p:scale>
        <a:sx n="1" d="1"/>
        <a:sy n="1" d="1"/>
      </p:scale>
      <p:origin x="0" y="0"/>
    </p:cViewPr>
  </p:notesTextViewPr>
  <p:notesViewPr>
    <p:cSldViewPr snapToGrid="0" snapToObjects="1" showGuides="1">
      <p:cViewPr varScale="1">
        <p:scale>
          <a:sx n="120" d="100"/>
          <a:sy n="120" d="100"/>
        </p:scale>
        <p:origin x="4408"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018781-FBF9-354C-A025-C49C596164BA}" type="datetimeFigureOut">
              <a:rPr lang="en-US" smtClean="0"/>
              <a:t>9/7/2025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F4EF74-8826-BD43-B880-7A8566D08AFF}" type="slidenum">
              <a:rPr lang="en-US" smtClean="0"/>
              <a:t>‹#›</a:t>
            </a:fld>
            <a:endParaRPr lang="en-US"/>
          </a:p>
        </p:txBody>
      </p:sp>
    </p:spTree>
    <p:extLst>
      <p:ext uri="{BB962C8B-B14F-4D97-AF65-F5344CB8AC3E}">
        <p14:creationId xmlns:p14="http://schemas.microsoft.com/office/powerpoint/2010/main" val="246240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FFD40-13C9-7B48-A0BE-E251E1E33FE5}"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E2375-F1B1-284C-A827-B0E603FDBDD8}" type="slidenum">
              <a:rPr lang="en-US" smtClean="0"/>
              <a:t>‹#›</a:t>
            </a:fld>
            <a:endParaRPr lang="en-US"/>
          </a:p>
        </p:txBody>
      </p:sp>
    </p:spTree>
    <p:extLst>
      <p:ext uri="{BB962C8B-B14F-4D97-AF65-F5344CB8AC3E}">
        <p14:creationId xmlns:p14="http://schemas.microsoft.com/office/powerpoint/2010/main" val="938444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F8E2375-F1B1-284C-A827-B0E603FDBDD8}" type="slidenum">
              <a:rPr lang="en-US" smtClean="0"/>
              <a:t>1</a:t>
            </a:fld>
            <a:endParaRPr lang="en-US"/>
          </a:p>
        </p:txBody>
      </p:sp>
    </p:spTree>
    <p:extLst>
      <p:ext uri="{BB962C8B-B14F-4D97-AF65-F5344CB8AC3E}">
        <p14:creationId xmlns:p14="http://schemas.microsoft.com/office/powerpoint/2010/main" val="1245905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8E2375-F1B1-284C-A827-B0E603FDBDD8}" type="slidenum">
              <a:rPr lang="en-US" smtClean="0"/>
              <a:t>3</a:t>
            </a:fld>
            <a:endParaRPr lang="en-US"/>
          </a:p>
        </p:txBody>
      </p:sp>
    </p:spTree>
    <p:extLst>
      <p:ext uri="{BB962C8B-B14F-4D97-AF65-F5344CB8AC3E}">
        <p14:creationId xmlns:p14="http://schemas.microsoft.com/office/powerpoint/2010/main" val="60768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1_Custom Layou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2033229" y="2294585"/>
            <a:ext cx="3051313" cy="2276061"/>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2" name="Title 1"/>
          <p:cNvSpPr>
            <a:spLocks noGrp="1"/>
          </p:cNvSpPr>
          <p:nvPr>
            <p:ph type="title"/>
          </p:nvPr>
        </p:nvSpPr>
        <p:spPr>
          <a:xfrm>
            <a:off x="1024971" y="1175302"/>
            <a:ext cx="10146612" cy="1647411"/>
          </a:xfrm>
          <a:effectLst>
            <a:outerShdw blurRad="762000" dist="381000" dir="5400000" algn="t" rotWithShape="0">
              <a:prstClr val="black">
                <a:alpha val="30000"/>
              </a:prstClr>
            </a:outerShdw>
          </a:effectLst>
        </p:spPr>
        <p:txBody>
          <a:bodyPr/>
          <a:lstStyle>
            <a:lvl1pPr>
              <a:defRPr sz="12000" b="1" i="0">
                <a:latin typeface="Montserrat Black" charset="0"/>
                <a:ea typeface="Montserrat Black" charset="0"/>
                <a:cs typeface="Montserrat Black" charset="0"/>
              </a:defRPr>
            </a:lvl1pPr>
          </a:lstStyle>
          <a:p>
            <a:r>
              <a:rPr lang="en-US" dirty="0"/>
              <a:t>Click to edit</a:t>
            </a:r>
          </a:p>
        </p:txBody>
      </p:sp>
    </p:spTree>
    <p:extLst>
      <p:ext uri="{BB962C8B-B14F-4D97-AF65-F5344CB8AC3E}">
        <p14:creationId xmlns:p14="http://schemas.microsoft.com/office/powerpoint/2010/main" val="169994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repeatCount="0" decel="50000" fill="hold" grpId="0" nodeType="with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6" presetClass="emph" presetSubtype="0" accel="50000" decel="50000" autoRev="1" fill="hold" grpId="1" nodeType="withEffect">
                                  <p:stCondLst>
                                    <p:cond delay="200"/>
                                  </p:stCondLst>
                                  <p:childTnLst>
                                    <p:animScale>
                                      <p:cBhvr>
                                        <p:cTn id="13" dur="500"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8"/>
          <p:cNvSpPr>
            <a:spLocks noGrp="1"/>
          </p:cNvSpPr>
          <p:nvPr>
            <p:ph type="pic" sz="quarter" idx="12"/>
          </p:nvPr>
        </p:nvSpPr>
        <p:spPr>
          <a:xfrm>
            <a:off x="6096000" y="0"/>
            <a:ext cx="6096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4" name="Title 1"/>
          <p:cNvSpPr>
            <a:spLocks noGrp="1"/>
          </p:cNvSpPr>
          <p:nvPr>
            <p:ph type="title"/>
          </p:nvPr>
        </p:nvSpPr>
        <p:spPr>
          <a:xfrm>
            <a:off x="1024971" y="2605294"/>
            <a:ext cx="10146612" cy="1647411"/>
          </a:xfrm>
          <a:effectLst>
            <a:outerShdw blurRad="762000" dist="381000" dir="5400000" algn="t" rotWithShape="0">
              <a:prstClr val="black">
                <a:alpha val="30000"/>
              </a:prstClr>
            </a:outerShdw>
          </a:effectLst>
        </p:spPr>
        <p:txBody>
          <a:bodyPr/>
          <a:lstStyle>
            <a:lvl1pPr algn="ctr">
              <a:defRPr sz="9600" b="1" i="0">
                <a:latin typeface="Montserrat Black" charset="0"/>
                <a:ea typeface="Montserrat Black" charset="0"/>
                <a:cs typeface="Montserrat Black" charset="0"/>
              </a:defRPr>
            </a:lvl1pPr>
          </a:lstStyle>
          <a:p>
            <a:r>
              <a:rPr lang="en-US" dirty="0"/>
              <a:t>Click to edit</a:t>
            </a:r>
          </a:p>
        </p:txBody>
      </p:sp>
    </p:spTree>
    <p:extLst>
      <p:ext uri="{BB962C8B-B14F-4D97-AF65-F5344CB8AC3E}">
        <p14:creationId xmlns:p14="http://schemas.microsoft.com/office/powerpoint/2010/main" val="99505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repeatCount="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6" presetClass="emph" presetSubtype="0" decel="50000" fill="hold" grpId="1" nodeType="withEffect">
                                  <p:stCondLst>
                                    <p:cond delay="0"/>
                                  </p:stCondLst>
                                  <p:childTnLst>
                                    <p:animScale>
                                      <p:cBhvr>
                                        <p:cTn id="10" dur="5000" fill="hold"/>
                                        <p:tgtEl>
                                          <p:spTgt spid="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P spid="4"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67300" y="946702"/>
            <a:ext cx="6114221" cy="1249845"/>
          </a:xfrm>
        </p:spPr>
        <p:txBody>
          <a:bodyPr/>
          <a:lstStyle/>
          <a:p>
            <a:r>
              <a:rPr lang="en-US"/>
              <a:t>Click to edit Master title style</a:t>
            </a:r>
          </a:p>
        </p:txBody>
      </p:sp>
      <p:sp>
        <p:nvSpPr>
          <p:cNvPr id="4" name="Picture Placeholder 8"/>
          <p:cNvSpPr>
            <a:spLocks noGrp="1"/>
          </p:cNvSpPr>
          <p:nvPr>
            <p:ph type="pic" sz="quarter" idx="12"/>
          </p:nvPr>
        </p:nvSpPr>
        <p:spPr>
          <a:xfrm>
            <a:off x="1023580" y="0"/>
            <a:ext cx="3043596" cy="4572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12209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5083176" cy="1249845"/>
          </a:xfrm>
        </p:spPr>
        <p:txBody>
          <a:bodyPr/>
          <a:lstStyle/>
          <a:p>
            <a:r>
              <a:rPr lang="en-US"/>
              <a:t>Click to edit Master title style</a:t>
            </a:r>
          </a:p>
        </p:txBody>
      </p:sp>
      <p:sp>
        <p:nvSpPr>
          <p:cNvPr id="4" name="Picture Placeholder 8"/>
          <p:cNvSpPr>
            <a:spLocks noGrp="1"/>
          </p:cNvSpPr>
          <p:nvPr>
            <p:ph type="pic" sz="quarter" idx="12"/>
          </p:nvPr>
        </p:nvSpPr>
        <p:spPr>
          <a:xfrm>
            <a:off x="8128000" y="0"/>
            <a:ext cx="4064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8128000" y="3217090"/>
            <a:ext cx="1561920" cy="1561920"/>
          </a:xfrm>
          <a:prstGeom prst="ellipse">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dirty="0"/>
          </a:p>
        </p:txBody>
      </p:sp>
    </p:spTree>
    <p:extLst>
      <p:ext uri="{BB962C8B-B14F-4D97-AF65-F5344CB8AC3E}">
        <p14:creationId xmlns:p14="http://schemas.microsoft.com/office/powerpoint/2010/main" val="137145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par>
                                <p:cTn id="10" presetID="22" presetClass="entr" presetSubtype="8" fill="hold" grpId="0" nodeType="withEffect">
                                  <p:stCondLst>
                                    <p:cond delay="150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6" presetClass="emph" presetSubtype="0" accel="50000" decel="50000" autoRev="1" fill="hold" grpId="1" nodeType="withEffect">
                                  <p:stCondLst>
                                    <p:cond delay="1500"/>
                                  </p:stCondLst>
                                  <p:childTnLst>
                                    <p:animScale>
                                      <p:cBhvr>
                                        <p:cTn id="14" dur="500"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8"/>
          <p:cNvSpPr>
            <a:spLocks noGrp="1"/>
          </p:cNvSpPr>
          <p:nvPr>
            <p:ph type="pic" sz="quarter" idx="12"/>
          </p:nvPr>
        </p:nvSpPr>
        <p:spPr>
          <a:xfrm>
            <a:off x="9148404" y="0"/>
            <a:ext cx="3043596"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12814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109420" y="946702"/>
            <a:ext cx="4066580" cy="1249845"/>
          </a:xfrm>
        </p:spPr>
        <p:txBody>
          <a:bodyPr/>
          <a:lstStyle/>
          <a:p>
            <a:r>
              <a:rPr lang="en-US"/>
              <a:t>Click to edit Master title style</a:t>
            </a:r>
          </a:p>
        </p:txBody>
      </p:sp>
      <p:sp>
        <p:nvSpPr>
          <p:cNvPr id="4" name="Picture Placeholder 8"/>
          <p:cNvSpPr>
            <a:spLocks noGrp="1"/>
          </p:cNvSpPr>
          <p:nvPr>
            <p:ph type="pic" sz="quarter" idx="12"/>
          </p:nvPr>
        </p:nvSpPr>
        <p:spPr>
          <a:xfrm>
            <a:off x="1016000" y="0"/>
            <a:ext cx="5080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22286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8"/>
          <p:cNvSpPr>
            <a:spLocks noGrp="1"/>
          </p:cNvSpPr>
          <p:nvPr>
            <p:ph type="pic" sz="quarter" idx="12"/>
          </p:nvPr>
        </p:nvSpPr>
        <p:spPr>
          <a:xfrm>
            <a:off x="7112000" y="0"/>
            <a:ext cx="5080000" cy="2286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20087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1016000" y="0"/>
            <a:ext cx="4064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86200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8"/>
          <p:cNvSpPr>
            <a:spLocks noGrp="1"/>
          </p:cNvSpPr>
          <p:nvPr>
            <p:ph type="pic" sz="quarter" idx="12"/>
          </p:nvPr>
        </p:nvSpPr>
        <p:spPr>
          <a:xfrm>
            <a:off x="7112000" y="4572000"/>
            <a:ext cx="5080000" cy="2286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71761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8"/>
          <p:cNvSpPr>
            <a:spLocks noGrp="1"/>
          </p:cNvSpPr>
          <p:nvPr>
            <p:ph type="pic" sz="quarter" idx="12"/>
          </p:nvPr>
        </p:nvSpPr>
        <p:spPr>
          <a:xfrm>
            <a:off x="3457120" y="1929033"/>
            <a:ext cx="3898720" cy="3898720"/>
          </a:xfrm>
          <a:prstGeom prst="ellipse">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03000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5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15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3061336" cy="1249845"/>
          </a:xfrm>
        </p:spPr>
        <p:txBody>
          <a:bodyPr/>
          <a:lstStyle/>
          <a:p>
            <a:r>
              <a:rPr lang="en-US"/>
              <a:t>Click to edit Master title style</a:t>
            </a:r>
          </a:p>
        </p:txBody>
      </p:sp>
      <p:sp>
        <p:nvSpPr>
          <p:cNvPr id="4" name="Picture Placeholder 8"/>
          <p:cNvSpPr>
            <a:spLocks noGrp="1"/>
          </p:cNvSpPr>
          <p:nvPr>
            <p:ph type="pic" sz="quarter" idx="12"/>
          </p:nvPr>
        </p:nvSpPr>
        <p:spPr>
          <a:xfrm>
            <a:off x="5090160" y="568960"/>
            <a:ext cx="3037840" cy="171704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6" name="Picture Placeholder 8"/>
          <p:cNvSpPr>
            <a:spLocks noGrp="1"/>
          </p:cNvSpPr>
          <p:nvPr>
            <p:ph type="pic" sz="quarter" idx="13"/>
          </p:nvPr>
        </p:nvSpPr>
        <p:spPr>
          <a:xfrm>
            <a:off x="8412480" y="1127760"/>
            <a:ext cx="3037840" cy="17170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4"/>
          </p:nvPr>
        </p:nvSpPr>
        <p:spPr>
          <a:xfrm>
            <a:off x="5090160" y="3430822"/>
            <a:ext cx="3037840" cy="17170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p:cNvSpPr>
            <a:spLocks noGrp="1"/>
          </p:cNvSpPr>
          <p:nvPr>
            <p:ph type="pic" sz="quarter" idx="15"/>
          </p:nvPr>
        </p:nvSpPr>
        <p:spPr>
          <a:xfrm>
            <a:off x="8412480" y="3989622"/>
            <a:ext cx="3037840" cy="17170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7102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0"/>
                                  </p:stCondLst>
                                  <p:childTnLst>
                                    <p:animScale>
                                      <p:cBhvr>
                                        <p:cTn id="9" dur="500" fill="hold"/>
                                        <p:tgtEl>
                                          <p:spTgt spid="4"/>
                                        </p:tgtEl>
                                      </p:cBhvr>
                                      <p:by x="105000" y="105000"/>
                                    </p:animScale>
                                  </p:childTnLst>
                                </p:cTn>
                              </p:par>
                              <p:par>
                                <p:cTn id="10" presetID="22" presetClass="entr" presetSubtype="8" fill="hold" grpId="0" nodeType="withEffect">
                                  <p:stCondLst>
                                    <p:cond delay="5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500"/>
                                  </p:stCondLst>
                                  <p:childTnLst>
                                    <p:animScale>
                                      <p:cBhvr>
                                        <p:cTn id="14" dur="500" fill="hold"/>
                                        <p:tgtEl>
                                          <p:spTgt spid="6"/>
                                        </p:tgtEl>
                                      </p:cBhvr>
                                      <p:by x="105000" y="105000"/>
                                    </p:animScale>
                                  </p:childTnLst>
                                </p:cTn>
                              </p:par>
                              <p:par>
                                <p:cTn id="15" presetID="22" presetClass="entr" presetSubtype="8" fill="hold" grpId="0" nodeType="withEffect">
                                  <p:stCondLst>
                                    <p:cond delay="100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6" presetClass="emph" presetSubtype="0" accel="50000" decel="50000" autoRev="1" fill="hold" grpId="1" nodeType="withEffect">
                                  <p:stCondLst>
                                    <p:cond delay="1000"/>
                                  </p:stCondLst>
                                  <p:childTnLst>
                                    <p:animScale>
                                      <p:cBhvr>
                                        <p:cTn id="19" dur="500" fill="hold"/>
                                        <p:tgtEl>
                                          <p:spTgt spid="7"/>
                                        </p:tgtEl>
                                      </p:cBhvr>
                                      <p:by x="105000" y="105000"/>
                                    </p:animScale>
                                  </p:childTnLst>
                                </p:cTn>
                              </p:par>
                              <p:par>
                                <p:cTn id="20" presetID="22" presetClass="entr" presetSubtype="8" fill="hold" grpId="0" nodeType="withEffect">
                                  <p:stCondLst>
                                    <p:cond delay="150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6" presetClass="emph" presetSubtype="0" accel="50000" decel="50000" autoRev="1" fill="hold" grpId="1" nodeType="withEffect">
                                  <p:stCondLst>
                                    <p:cond delay="1500"/>
                                  </p:stCondLst>
                                  <p:childTnLst>
                                    <p:animScale>
                                      <p:cBhvr>
                                        <p:cTn id="24" dur="500"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7" grpId="0" animBg="1"/>
      <p:bldP spid="7" grpId="1" animBg="1"/>
      <p:bldP spid="8" grpId="0" animBg="1"/>
      <p:bldP spid="8" grpId="1"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4" name="Picture Placeholder 8"/>
          <p:cNvSpPr>
            <a:spLocks noGrp="1"/>
          </p:cNvSpPr>
          <p:nvPr>
            <p:ph type="pic" sz="quarter" idx="12"/>
          </p:nvPr>
        </p:nvSpPr>
        <p:spPr>
          <a:xfrm>
            <a:off x="1016000" y="0"/>
            <a:ext cx="3058160" cy="45720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4"/>
          </p:nvPr>
        </p:nvSpPr>
        <p:spPr>
          <a:xfrm>
            <a:off x="4074160" y="4572000"/>
            <a:ext cx="7101840" cy="2286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14321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0"/>
                                  </p:stCondLst>
                                  <p:childTnLst>
                                    <p:animScale>
                                      <p:cBhvr>
                                        <p:cTn id="9" dur="500" fill="hold"/>
                                        <p:tgtEl>
                                          <p:spTgt spid="4"/>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icture Placeholder 8"/>
          <p:cNvSpPr>
            <a:spLocks noGrp="1"/>
          </p:cNvSpPr>
          <p:nvPr>
            <p:ph type="pic" sz="quarter" idx="14"/>
          </p:nvPr>
        </p:nvSpPr>
        <p:spPr>
          <a:xfrm>
            <a:off x="1016000" y="4572000"/>
            <a:ext cx="11176000" cy="2286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44124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6" presetClass="emph" presetSubtype="0" accel="50000" decel="50000" autoRev="1" fill="hold" grpId="1" nodeType="withEffect">
                                  <p:stCondLst>
                                    <p:cond delay="1000"/>
                                  </p:stCondLst>
                                  <p:childTnLst>
                                    <p:animScale>
                                      <p:cBhvr>
                                        <p:cTn id="9" dur="500"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8"/>
          <p:cNvSpPr>
            <a:spLocks noGrp="1"/>
          </p:cNvSpPr>
          <p:nvPr>
            <p:ph type="pic" sz="quarter" idx="12"/>
          </p:nvPr>
        </p:nvSpPr>
        <p:spPr>
          <a:xfrm>
            <a:off x="7112000" y="0"/>
            <a:ext cx="5080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36190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101840" y="946702"/>
            <a:ext cx="4079681" cy="1249845"/>
          </a:xfrm>
        </p:spPr>
        <p:txBody>
          <a:bodyPr/>
          <a:lstStyle/>
          <a:p>
            <a:r>
              <a:rPr lang="en-US"/>
              <a:t>Click to edit Master title style</a:t>
            </a:r>
          </a:p>
        </p:txBody>
      </p:sp>
      <p:sp>
        <p:nvSpPr>
          <p:cNvPr id="4" name="Picture Placeholder 8"/>
          <p:cNvSpPr>
            <a:spLocks noGrp="1"/>
          </p:cNvSpPr>
          <p:nvPr>
            <p:ph type="pic" sz="quarter" idx="12"/>
          </p:nvPr>
        </p:nvSpPr>
        <p:spPr>
          <a:xfrm>
            <a:off x="1016000" y="0"/>
            <a:ext cx="5080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6" presetClass="emph" presetSubtype="0" accel="50000" decel="50000" autoRev="1" fill="hold" grpId="1" nodeType="withEffect">
                                  <p:stCondLst>
                                    <p:cond delay="200"/>
                                  </p:stCondLst>
                                  <p:childTnLst>
                                    <p:animScale>
                                      <p:cBhvr>
                                        <p:cTn id="9" dur="500"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101840" y="946702"/>
            <a:ext cx="4079681" cy="1249845"/>
          </a:xfrm>
        </p:spPr>
        <p:txBody>
          <a:bodyPr/>
          <a:lstStyle/>
          <a:p>
            <a:r>
              <a:rPr lang="en-US"/>
              <a:t>Click to edit Master 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6085841" y="568960"/>
            <a:ext cx="6106159" cy="400304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3058160" y="4572000"/>
            <a:ext cx="5069840" cy="2286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0"/>
                                  </p:stCondLst>
                                  <p:childTnLst>
                                    <p:animScale>
                                      <p:cBhvr>
                                        <p:cTn id="9" dur="500" fill="hold"/>
                                        <p:tgtEl>
                                          <p:spTgt spid="5"/>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9133840" y="0"/>
            <a:ext cx="3058160" cy="45720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6085840" y="2854960"/>
            <a:ext cx="3048000" cy="40030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25485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0"/>
                                  </p:stCondLst>
                                  <p:childTnLst>
                                    <p:animScale>
                                      <p:cBhvr>
                                        <p:cTn id="9" dur="500" fill="hold"/>
                                        <p:tgtEl>
                                          <p:spTgt spid="5"/>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9133840" y="0"/>
            <a:ext cx="3058160" cy="341376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6085840" y="341376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5"/>
          </p:nvPr>
        </p:nvSpPr>
        <p:spPr>
          <a:xfrm>
            <a:off x="6085840" y="-3048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p:cNvSpPr>
            <a:spLocks noGrp="1"/>
          </p:cNvSpPr>
          <p:nvPr>
            <p:ph type="pic" sz="quarter" idx="16"/>
          </p:nvPr>
        </p:nvSpPr>
        <p:spPr>
          <a:xfrm>
            <a:off x="9133840" y="3413760"/>
            <a:ext cx="305816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300"/>
                                  </p:stCondLst>
                                  <p:childTnLst>
                                    <p:animScale>
                                      <p:cBhvr>
                                        <p:cTn id="9" dur="500" fill="hold"/>
                                        <p:tgtEl>
                                          <p:spTgt spid="5"/>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6"/>
                                        </p:tgtEl>
                                      </p:cBhvr>
                                      <p:by x="105000" y="105000"/>
                                    </p:animScale>
                                  </p:childTnLst>
                                </p:cTn>
                              </p:par>
                              <p:par>
                                <p:cTn id="15" presetID="2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6" presetClass="emph" presetSubtype="0" accel="50000" decel="50000" autoRev="1" fill="hold" grpId="1" nodeType="withEffect">
                                  <p:stCondLst>
                                    <p:cond delay="0"/>
                                  </p:stCondLst>
                                  <p:childTnLst>
                                    <p:animScale>
                                      <p:cBhvr>
                                        <p:cTn id="19" dur="500" fill="hold"/>
                                        <p:tgtEl>
                                          <p:spTgt spid="7"/>
                                        </p:tgtEl>
                                      </p:cBhvr>
                                      <p:by x="105000" y="105000"/>
                                    </p:animScale>
                                  </p:childTnLst>
                                </p:cTn>
                              </p:par>
                              <p:par>
                                <p:cTn id="20" presetID="22" presetClass="entr" presetSubtype="8" fill="hold" grpId="0"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6" presetClass="emph" presetSubtype="0" accel="50000" decel="50000" autoRev="1" fill="hold" grpId="1" nodeType="withEffect">
                                  <p:stCondLst>
                                    <p:cond delay="600"/>
                                  </p:stCondLst>
                                  <p:childTnLst>
                                    <p:animScale>
                                      <p:cBhvr>
                                        <p:cTn id="24" dur="500"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P spid="7" grpId="0" animBg="1"/>
      <p:bldP spid="7" grpId="1" animBg="1"/>
      <p:bldP spid="9" grpId="0" animBg="1"/>
      <p:bldP spid="9" grpId="1"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9133840" y="0"/>
            <a:ext cx="3058160" cy="341376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5"/>
          </p:nvPr>
        </p:nvSpPr>
        <p:spPr>
          <a:xfrm>
            <a:off x="6085840" y="-30480"/>
            <a:ext cx="3048000" cy="688848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p:cNvSpPr>
            <a:spLocks noGrp="1"/>
          </p:cNvSpPr>
          <p:nvPr>
            <p:ph type="pic" sz="quarter" idx="16"/>
          </p:nvPr>
        </p:nvSpPr>
        <p:spPr>
          <a:xfrm>
            <a:off x="9133840" y="3413760"/>
            <a:ext cx="305816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1000"/>
                                  </p:stCondLst>
                                  <p:childTnLst>
                                    <p:animScale>
                                      <p:cBhvr>
                                        <p:cTn id="9" dur="500" fill="hold"/>
                                        <p:tgtEl>
                                          <p:spTgt spid="6"/>
                                        </p:tgtEl>
                                      </p:cBhvr>
                                      <p:by x="105000" y="105000"/>
                                    </p:animScale>
                                  </p:childTnLst>
                                </p:cTn>
                              </p:par>
                              <p:par>
                                <p:cTn id="10" presetID="2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6" presetClass="emph" presetSubtype="0" accel="50000" decel="50000" autoRev="1" fill="hold" grpId="1" nodeType="withEffect">
                                  <p:stCondLst>
                                    <p:cond delay="0"/>
                                  </p:stCondLst>
                                  <p:childTnLst>
                                    <p:animScale>
                                      <p:cBhvr>
                                        <p:cTn id="14" dur="500" fill="hold"/>
                                        <p:tgtEl>
                                          <p:spTgt spid="7"/>
                                        </p:tgtEl>
                                      </p:cBhvr>
                                      <p:by x="105000" y="105000"/>
                                    </p:animScale>
                                  </p:childTnLst>
                                </p:cTn>
                              </p:par>
                              <p:par>
                                <p:cTn id="15" presetID="22" presetClass="entr" presetSubtype="8" fill="hold" grpId="0" nodeType="withEffect">
                                  <p:stCondLst>
                                    <p:cond delay="60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par>
                                <p:cTn id="18" presetID="6" presetClass="emph" presetSubtype="0" accel="50000" decel="50000" autoRev="1" fill="hold" grpId="1" nodeType="withEffect">
                                  <p:stCondLst>
                                    <p:cond delay="600"/>
                                  </p:stCondLst>
                                  <p:childTnLst>
                                    <p:animScale>
                                      <p:cBhvr>
                                        <p:cTn id="19" dur="500"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9" grpId="0" animBg="1"/>
      <p:bldP spid="9" grpId="1"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9133840" y="0"/>
            <a:ext cx="3058160" cy="68580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6085840" y="341376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5"/>
          </p:nvPr>
        </p:nvSpPr>
        <p:spPr>
          <a:xfrm>
            <a:off x="6085840" y="-3048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300"/>
                                  </p:stCondLst>
                                  <p:childTnLst>
                                    <p:animScale>
                                      <p:cBhvr>
                                        <p:cTn id="9" dur="500" fill="hold"/>
                                        <p:tgtEl>
                                          <p:spTgt spid="5"/>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6"/>
                                        </p:tgtEl>
                                      </p:cBhvr>
                                      <p:by x="105000" y="105000"/>
                                    </p:animScale>
                                  </p:childTnLst>
                                </p:cTn>
                              </p:par>
                              <p:par>
                                <p:cTn id="15" presetID="2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6" presetClass="emph" presetSubtype="0" accel="50000" decel="50000" autoRev="1" fill="hold" grpId="1" nodeType="withEffect">
                                  <p:stCondLst>
                                    <p:cond delay="0"/>
                                  </p:stCondLst>
                                  <p:childTnLst>
                                    <p:animScale>
                                      <p:cBhvr>
                                        <p:cTn id="19" dur="500"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P spid="7" grpId="0" animBg="1"/>
      <p:bldP spid="7"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6085840" y="0"/>
            <a:ext cx="6106160" cy="341376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6085840" y="341376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p:cNvSpPr>
            <a:spLocks noGrp="1"/>
          </p:cNvSpPr>
          <p:nvPr>
            <p:ph type="pic" sz="quarter" idx="16"/>
          </p:nvPr>
        </p:nvSpPr>
        <p:spPr>
          <a:xfrm>
            <a:off x="9133840" y="3413760"/>
            <a:ext cx="305816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300"/>
                                  </p:stCondLst>
                                  <p:childTnLst>
                                    <p:animScale>
                                      <p:cBhvr>
                                        <p:cTn id="9" dur="500" fill="hold"/>
                                        <p:tgtEl>
                                          <p:spTgt spid="5"/>
                                        </p:tgtEl>
                                      </p:cBhvr>
                                      <p:by x="105000" y="105000"/>
                                    </p:animScale>
                                  </p:childTnLst>
                                </p:cTn>
                              </p:par>
                              <p:par>
                                <p:cTn id="10" presetID="22" presetClass="entr" presetSubtype="8" fill="hold" grpId="0" nodeType="withEffect">
                                  <p:stCondLst>
                                    <p:cond delay="10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6" presetClass="emph" presetSubtype="0" accel="50000" decel="50000" autoRev="1" fill="hold" grpId="1" nodeType="withEffect">
                                  <p:stCondLst>
                                    <p:cond delay="1000"/>
                                  </p:stCondLst>
                                  <p:childTnLst>
                                    <p:animScale>
                                      <p:cBhvr>
                                        <p:cTn id="14" dur="500" fill="hold"/>
                                        <p:tgtEl>
                                          <p:spTgt spid="6"/>
                                        </p:tgtEl>
                                      </p:cBhvr>
                                      <p:by x="105000" y="105000"/>
                                    </p:animScale>
                                  </p:childTnLst>
                                </p:cTn>
                              </p:par>
                              <p:par>
                                <p:cTn id="15" presetID="22" presetClass="entr" presetSubtype="8" fill="hold" grpId="0" nodeType="withEffect">
                                  <p:stCondLst>
                                    <p:cond delay="60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par>
                                <p:cTn id="18" presetID="6" presetClass="emph" presetSubtype="0" accel="50000" decel="50000" autoRev="1" fill="hold" grpId="1" nodeType="withEffect">
                                  <p:stCondLst>
                                    <p:cond delay="600"/>
                                  </p:stCondLst>
                                  <p:childTnLst>
                                    <p:animScale>
                                      <p:cBhvr>
                                        <p:cTn id="19" dur="500"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P spid="9" grpId="0" animBg="1"/>
      <p:bldP spid="9" grpId="1"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57016" cy="1249845"/>
          </a:xfrm>
        </p:spPr>
        <p:txBody>
          <a:bodyPr/>
          <a:lstStyle/>
          <a:p>
            <a:r>
              <a:rPr lang="en-US"/>
              <a:t>Click to edit Master title style</a:t>
            </a:r>
          </a:p>
        </p:txBody>
      </p:sp>
      <p:sp>
        <p:nvSpPr>
          <p:cNvPr id="6" name="Picture Placeholder 8"/>
          <p:cNvSpPr>
            <a:spLocks noGrp="1"/>
          </p:cNvSpPr>
          <p:nvPr>
            <p:ph type="pic" sz="quarter" idx="14"/>
          </p:nvPr>
        </p:nvSpPr>
        <p:spPr>
          <a:xfrm>
            <a:off x="6085840" y="3413760"/>
            <a:ext cx="6106160" cy="344424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5"/>
          </p:nvPr>
        </p:nvSpPr>
        <p:spPr>
          <a:xfrm>
            <a:off x="6085840" y="-30480"/>
            <a:ext cx="304800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p:cNvSpPr>
            <a:spLocks noGrp="1"/>
          </p:cNvSpPr>
          <p:nvPr>
            <p:ph type="pic" sz="quarter" idx="16"/>
          </p:nvPr>
        </p:nvSpPr>
        <p:spPr>
          <a:xfrm>
            <a:off x="9133840" y="-30480"/>
            <a:ext cx="3058160" cy="344424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1000"/>
                                  </p:stCondLst>
                                  <p:childTnLst>
                                    <p:animScale>
                                      <p:cBhvr>
                                        <p:cTn id="9" dur="500" fill="hold"/>
                                        <p:tgtEl>
                                          <p:spTgt spid="6"/>
                                        </p:tgtEl>
                                      </p:cBhvr>
                                      <p:by x="105000" y="105000"/>
                                    </p:animScale>
                                  </p:childTnLst>
                                </p:cTn>
                              </p:par>
                              <p:par>
                                <p:cTn id="10" presetID="2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6" presetClass="emph" presetSubtype="0" accel="50000" decel="50000" autoRev="1" fill="hold" grpId="1" nodeType="withEffect">
                                  <p:stCondLst>
                                    <p:cond delay="0"/>
                                  </p:stCondLst>
                                  <p:childTnLst>
                                    <p:animScale>
                                      <p:cBhvr>
                                        <p:cTn id="14" dur="500" fill="hold"/>
                                        <p:tgtEl>
                                          <p:spTgt spid="7"/>
                                        </p:tgtEl>
                                      </p:cBhvr>
                                      <p:by x="105000" y="105000"/>
                                    </p:animScale>
                                  </p:childTnLst>
                                </p:cTn>
                              </p:par>
                              <p:par>
                                <p:cTn id="15" presetID="22" presetClass="entr" presetSubtype="8"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6" presetClass="emph" presetSubtype="0" accel="50000" decel="50000" autoRev="1" fill="hold" grpId="1" nodeType="withEffect">
                                  <p:stCondLst>
                                    <p:cond delay="0"/>
                                  </p:stCondLst>
                                  <p:childTnLst>
                                    <p:animScale>
                                      <p:cBhvr>
                                        <p:cTn id="19" dur="500"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67176" cy="1249845"/>
          </a:xfrm>
        </p:spPr>
        <p:txBody>
          <a:bodyPr/>
          <a:lstStyle/>
          <a:p>
            <a:r>
              <a:rPr lang="en-US"/>
              <a:t>Click to edit Master title style</a:t>
            </a:r>
          </a:p>
        </p:txBody>
      </p:sp>
      <p:sp>
        <p:nvSpPr>
          <p:cNvPr id="4" name="Picture Placeholder 8"/>
          <p:cNvSpPr>
            <a:spLocks noGrp="1"/>
          </p:cNvSpPr>
          <p:nvPr>
            <p:ph type="pic" sz="quarter" idx="14"/>
          </p:nvPr>
        </p:nvSpPr>
        <p:spPr>
          <a:xfrm>
            <a:off x="6096000" y="0"/>
            <a:ext cx="2032000" cy="457200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8128000" y="2286000"/>
            <a:ext cx="2032000" cy="4572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6" name="Picture Placeholder 8"/>
          <p:cNvSpPr>
            <a:spLocks noGrp="1"/>
          </p:cNvSpPr>
          <p:nvPr>
            <p:ph type="pic" sz="quarter" idx="15"/>
          </p:nvPr>
        </p:nvSpPr>
        <p:spPr>
          <a:xfrm>
            <a:off x="10160000" y="0"/>
            <a:ext cx="2032000" cy="4572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82714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300"/>
                                  </p:stCondLst>
                                  <p:childTnLst>
                                    <p:animScale>
                                      <p:cBhvr>
                                        <p:cTn id="9" dur="500" fill="hold"/>
                                        <p:tgtEl>
                                          <p:spTgt spid="5"/>
                                        </p:tgtEl>
                                      </p:cBhvr>
                                      <p:by x="105000" y="105000"/>
                                    </p:animScale>
                                  </p:childTnLst>
                                </p:cTn>
                              </p:par>
                              <p:par>
                                <p:cTn id="10" presetID="22" presetClass="entr" presetSubtype="8" fill="hold" grpId="0" nodeType="withEffect">
                                  <p:stCondLst>
                                    <p:cond delay="60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6" presetClass="emph" presetSubtype="0" accel="50000" decel="50000" autoRev="1" fill="hold" grpId="1" nodeType="withEffect">
                                  <p:stCondLst>
                                    <p:cond delay="600"/>
                                  </p:stCondLst>
                                  <p:childTnLst>
                                    <p:animScale>
                                      <p:cBhvr>
                                        <p:cTn id="14" dur="500" fill="hold"/>
                                        <p:tgtEl>
                                          <p:spTgt spid="4"/>
                                        </p:tgtEl>
                                      </p:cBhvr>
                                      <p:by x="105000" y="105000"/>
                                    </p:animScale>
                                  </p:childTnLst>
                                </p:cTn>
                              </p:par>
                              <p:par>
                                <p:cTn id="15" presetID="2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6" presetClass="emph" presetSubtype="0" accel="50000" decel="50000" autoRev="1" fill="hold" grpId="1" nodeType="withEffect">
                                  <p:stCondLst>
                                    <p:cond delay="0"/>
                                  </p:stCondLst>
                                  <p:childTnLst>
                                    <p:animScale>
                                      <p:cBhvr>
                                        <p:cTn id="19" dur="500"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67176" cy="1249845"/>
          </a:xfrm>
        </p:spPr>
        <p:txBody>
          <a:bodyPr/>
          <a:lstStyle/>
          <a:p>
            <a:r>
              <a:rPr lang="en-US"/>
              <a:t>Click to edit Master title style</a:t>
            </a:r>
          </a:p>
        </p:txBody>
      </p:sp>
      <p:sp>
        <p:nvSpPr>
          <p:cNvPr id="4" name="Picture Placeholder 8"/>
          <p:cNvSpPr>
            <a:spLocks noGrp="1"/>
          </p:cNvSpPr>
          <p:nvPr>
            <p:ph type="pic" sz="quarter" idx="14"/>
          </p:nvPr>
        </p:nvSpPr>
        <p:spPr>
          <a:xfrm>
            <a:off x="6014720" y="2171395"/>
            <a:ext cx="2194560" cy="309433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8128000"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6" name="Picture Placeholder 8"/>
          <p:cNvSpPr>
            <a:spLocks noGrp="1"/>
          </p:cNvSpPr>
          <p:nvPr>
            <p:ph type="pic" sz="quarter" idx="15"/>
          </p:nvPr>
        </p:nvSpPr>
        <p:spPr>
          <a:xfrm>
            <a:off x="10160000"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7" name="Picture Placeholder 8"/>
          <p:cNvSpPr>
            <a:spLocks noGrp="1"/>
          </p:cNvSpPr>
          <p:nvPr>
            <p:ph type="pic" sz="quarter" idx="16"/>
          </p:nvPr>
        </p:nvSpPr>
        <p:spPr>
          <a:xfrm>
            <a:off x="4064000"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Picture Placeholder 8"/>
          <p:cNvSpPr>
            <a:spLocks noGrp="1"/>
          </p:cNvSpPr>
          <p:nvPr>
            <p:ph type="pic" sz="quarter" idx="17"/>
          </p:nvPr>
        </p:nvSpPr>
        <p:spPr>
          <a:xfrm>
            <a:off x="2028825"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p:cNvSpPr>
            <a:spLocks noGrp="1"/>
          </p:cNvSpPr>
          <p:nvPr>
            <p:ph type="pic" sz="quarter" idx="18"/>
          </p:nvPr>
        </p:nvSpPr>
        <p:spPr>
          <a:xfrm>
            <a:off x="-6350"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9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900"/>
                                  </p:stCondLst>
                                  <p:childTnLst>
                                    <p:animScale>
                                      <p:cBhvr>
                                        <p:cTn id="9" dur="500" fill="hold"/>
                                        <p:tgtEl>
                                          <p:spTgt spid="5"/>
                                        </p:tgtEl>
                                      </p:cBhvr>
                                      <p:by x="105000" y="105000"/>
                                    </p:animScale>
                                  </p:childTnLst>
                                </p:cTn>
                              </p:par>
                              <p:par>
                                <p:cTn id="10" presetID="22" presetClass="entr" presetSubtype="8" fill="hold" grpId="0" nodeType="withEffect">
                                  <p:stCondLst>
                                    <p:cond delay="150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6" presetClass="emph" presetSubtype="0" accel="50000" decel="50000" autoRev="1" fill="hold" grpId="1" nodeType="withEffect">
                                  <p:stCondLst>
                                    <p:cond delay="1500"/>
                                  </p:stCondLst>
                                  <p:childTnLst>
                                    <p:animScale>
                                      <p:cBhvr>
                                        <p:cTn id="14" dur="500" fill="hold"/>
                                        <p:tgtEl>
                                          <p:spTgt spid="4"/>
                                        </p:tgtEl>
                                      </p:cBhvr>
                                      <p:by x="105000" y="105000"/>
                                    </p:animScale>
                                  </p:childTnLst>
                                </p:cTn>
                              </p:par>
                              <p:par>
                                <p:cTn id="15" presetID="22" presetClass="entr" presetSubtype="8" fill="hold" grpId="0" nodeType="withEffect">
                                  <p:stCondLst>
                                    <p:cond delay="120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6" presetClass="emph" presetSubtype="0" accel="50000" decel="50000" autoRev="1" fill="hold" grpId="1" nodeType="withEffect">
                                  <p:stCondLst>
                                    <p:cond delay="1200"/>
                                  </p:stCondLst>
                                  <p:childTnLst>
                                    <p:animScale>
                                      <p:cBhvr>
                                        <p:cTn id="19" dur="500" fill="hold"/>
                                        <p:tgtEl>
                                          <p:spTgt spid="6"/>
                                        </p:tgtEl>
                                      </p:cBhvr>
                                      <p:by x="105000" y="105000"/>
                                    </p:animScale>
                                  </p:childTnLst>
                                </p:cTn>
                              </p:par>
                              <p:par>
                                <p:cTn id="20" presetID="22" presetClass="entr" presetSubtype="8" fill="hold" grpId="0" nodeType="withEffect">
                                  <p:stCondLst>
                                    <p:cond delay="60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6" presetClass="emph" presetSubtype="0" accel="50000" decel="50000" autoRev="1" fill="hold" grpId="1" nodeType="withEffect">
                                  <p:stCondLst>
                                    <p:cond delay="600"/>
                                  </p:stCondLst>
                                  <p:childTnLst>
                                    <p:animScale>
                                      <p:cBhvr>
                                        <p:cTn id="24" dur="500" fill="hold"/>
                                        <p:tgtEl>
                                          <p:spTgt spid="7"/>
                                        </p:tgtEl>
                                      </p:cBhvr>
                                      <p:by x="105000" y="105000"/>
                                    </p:animScale>
                                  </p:childTnLst>
                                </p:cTn>
                              </p:par>
                              <p:par>
                                <p:cTn id="25" presetID="22" presetClass="entr" presetSubtype="8"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6" presetClass="emph" presetSubtype="0" accel="50000" decel="50000" autoRev="1" fill="hold" grpId="1" nodeType="withEffect">
                                  <p:stCondLst>
                                    <p:cond delay="300"/>
                                  </p:stCondLst>
                                  <p:childTnLst>
                                    <p:animScale>
                                      <p:cBhvr>
                                        <p:cTn id="29" dur="500" fill="hold"/>
                                        <p:tgtEl>
                                          <p:spTgt spid="8"/>
                                        </p:tgtEl>
                                      </p:cBhvr>
                                      <p:by x="105000" y="105000"/>
                                    </p:animScale>
                                  </p:childTnLst>
                                </p:cTn>
                              </p:par>
                              <p:par>
                                <p:cTn id="30" presetID="22" presetClass="entr" presetSubtype="8"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par>
                                <p:cTn id="33" presetID="6" presetClass="emph" presetSubtype="0" accel="50000" decel="50000" autoRev="1" fill="hold" grpId="1" nodeType="withEffect">
                                  <p:stCondLst>
                                    <p:cond delay="0"/>
                                  </p:stCondLst>
                                  <p:childTnLst>
                                    <p:animScale>
                                      <p:cBhvr>
                                        <p:cTn id="34" dur="500"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5" y="946702"/>
            <a:ext cx="4067176" cy="1249845"/>
          </a:xfrm>
        </p:spPr>
        <p:txBody>
          <a:bodyPr/>
          <a:lstStyle/>
          <a:p>
            <a:r>
              <a:rPr lang="en-US"/>
              <a:t>Click to edit Master title style</a:t>
            </a:r>
          </a:p>
        </p:txBody>
      </p:sp>
      <p:sp>
        <p:nvSpPr>
          <p:cNvPr id="4" name="Picture Placeholder 8"/>
          <p:cNvSpPr>
            <a:spLocks noGrp="1"/>
          </p:cNvSpPr>
          <p:nvPr>
            <p:ph type="pic" sz="quarter" idx="14"/>
          </p:nvPr>
        </p:nvSpPr>
        <p:spPr>
          <a:xfrm>
            <a:off x="3261360" y="2286000"/>
            <a:ext cx="2032000" cy="2865120"/>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5" name="Picture Placeholder 8"/>
          <p:cNvSpPr>
            <a:spLocks noGrp="1"/>
          </p:cNvSpPr>
          <p:nvPr>
            <p:ph type="pic" sz="quarter" idx="13"/>
          </p:nvPr>
        </p:nvSpPr>
        <p:spPr>
          <a:xfrm>
            <a:off x="5509895"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6" name="Picture Placeholder 8"/>
          <p:cNvSpPr>
            <a:spLocks noGrp="1"/>
          </p:cNvSpPr>
          <p:nvPr>
            <p:ph type="pic" sz="quarter" idx="15"/>
          </p:nvPr>
        </p:nvSpPr>
        <p:spPr>
          <a:xfrm>
            <a:off x="7758430"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9" name="Picture Placeholder 8"/>
          <p:cNvSpPr>
            <a:spLocks noGrp="1"/>
          </p:cNvSpPr>
          <p:nvPr>
            <p:ph type="pic" sz="quarter" idx="18"/>
          </p:nvPr>
        </p:nvSpPr>
        <p:spPr>
          <a:xfrm>
            <a:off x="1012825" y="2286000"/>
            <a:ext cx="2032000" cy="286512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6" presetClass="emph" presetSubtype="0" accel="50000" decel="50000" autoRev="1" fill="hold" grpId="1" nodeType="withEffect">
                                  <p:stCondLst>
                                    <p:cond delay="300"/>
                                  </p:stCondLst>
                                  <p:childTnLst>
                                    <p:animScale>
                                      <p:cBhvr>
                                        <p:cTn id="9" dur="500" fill="hold"/>
                                        <p:tgtEl>
                                          <p:spTgt spid="5"/>
                                        </p:tgtEl>
                                      </p:cBhvr>
                                      <p:by x="105000" y="105000"/>
                                    </p:animScale>
                                  </p:childTnLst>
                                </p:cTn>
                              </p:par>
                              <p:par>
                                <p:cTn id="10" presetID="22" presetClass="entr" presetSubtype="8" fill="hold" grpId="0" nodeType="withEffect">
                                  <p:stCondLst>
                                    <p:cond delay="90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6" presetClass="emph" presetSubtype="0" accel="50000" decel="50000" autoRev="1" fill="hold" grpId="1" nodeType="withEffect">
                                  <p:stCondLst>
                                    <p:cond delay="900"/>
                                  </p:stCondLst>
                                  <p:childTnLst>
                                    <p:animScale>
                                      <p:cBhvr>
                                        <p:cTn id="14" dur="500" fill="hold"/>
                                        <p:tgtEl>
                                          <p:spTgt spid="4"/>
                                        </p:tgtEl>
                                      </p:cBhvr>
                                      <p:by x="105000" y="105000"/>
                                    </p:animScale>
                                  </p:childTnLst>
                                </p:cTn>
                              </p:par>
                              <p:par>
                                <p:cTn id="15" presetID="22" presetClass="entr" presetSubtype="8"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6" presetClass="emph" presetSubtype="0" accel="50000" decel="50000" autoRev="1" fill="hold" grpId="1" nodeType="withEffect">
                                  <p:stCondLst>
                                    <p:cond delay="600"/>
                                  </p:stCondLst>
                                  <p:childTnLst>
                                    <p:animScale>
                                      <p:cBhvr>
                                        <p:cTn id="19" dur="500" fill="hold"/>
                                        <p:tgtEl>
                                          <p:spTgt spid="6"/>
                                        </p:tgtEl>
                                      </p:cBhvr>
                                      <p:by x="105000" y="105000"/>
                                    </p:animScale>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6" presetClass="emph" presetSubtype="0" accel="50000" decel="50000" autoRev="1" fill="hold" grpId="1" nodeType="withEffect">
                                  <p:stCondLst>
                                    <p:cond delay="0"/>
                                  </p:stCondLst>
                                  <p:childTnLst>
                                    <p:animScale>
                                      <p:cBhvr>
                                        <p:cTn id="24" dur="500"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9" grpId="0" animBg="1"/>
      <p:bldP spid="9" grpId="1"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028824" y="946702"/>
            <a:ext cx="4057015" cy="1249845"/>
          </a:xfrm>
        </p:spPr>
        <p:txBody>
          <a:bodyPr/>
          <a:lstStyle/>
          <a:p>
            <a:r>
              <a:rPr lang="en-US"/>
              <a:t>Click to edit Master title style</a:t>
            </a:r>
          </a:p>
        </p:txBody>
      </p:sp>
      <p:sp>
        <p:nvSpPr>
          <p:cNvPr id="7" name="Picture Placeholder 8"/>
          <p:cNvSpPr>
            <a:spLocks noGrp="1"/>
          </p:cNvSpPr>
          <p:nvPr>
            <p:ph type="pic" sz="quarter" idx="15"/>
          </p:nvPr>
        </p:nvSpPr>
        <p:spPr>
          <a:xfrm>
            <a:off x="6085840" y="-30480"/>
            <a:ext cx="3048000" cy="688848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
        <p:nvSpPr>
          <p:cNvPr id="8" name="Rectangle 7"/>
          <p:cNvSpPr/>
          <p:nvPr userDrawn="1"/>
        </p:nvSpPr>
        <p:spPr>
          <a:xfrm>
            <a:off x="9133840" y="-30480"/>
            <a:ext cx="3058160" cy="68884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3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7"/>
                                        </p:tgtEl>
                                      </p:cBhvr>
                                      <p:by x="105000" y="105000"/>
                                    </p:animScale>
                                  </p:childTnLst>
                                </p:cTn>
                              </p:par>
                              <p:par>
                                <p:cTn id="10" presetID="2" presetClass="entr" presetSubtype="2" decel="5000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000" fill="hold"/>
                                        <p:tgtEl>
                                          <p:spTgt spid="8"/>
                                        </p:tgtEl>
                                        <p:attrNameLst>
                                          <p:attrName>ppt_x</p:attrName>
                                        </p:attrNameLst>
                                      </p:cBhvr>
                                      <p:tavLst>
                                        <p:tav tm="0">
                                          <p:val>
                                            <p:strVal val="1+#ppt_w/2"/>
                                          </p:val>
                                        </p:tav>
                                        <p:tav tm="100000">
                                          <p:val>
                                            <p:strVal val="#ppt_x"/>
                                          </p:val>
                                        </p:tav>
                                      </p:tavLst>
                                    </p:anim>
                                    <p:anim calcmode="lin" valueType="num">
                                      <p:cBhvr additive="base">
                                        <p:cTn id="13"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4824" y="946702"/>
            <a:ext cx="4067175" cy="1249845"/>
          </a:xfrm>
        </p:spPr>
        <p:txBody>
          <a:bodyPr/>
          <a:lstStyle/>
          <a:p>
            <a:r>
              <a:rPr lang="en-US" dirty="0"/>
              <a:t>Click to edit Master title style</a:t>
            </a:r>
          </a:p>
        </p:txBody>
      </p:sp>
      <p:sp>
        <p:nvSpPr>
          <p:cNvPr id="3" name="Picture Placeholder 8"/>
          <p:cNvSpPr>
            <a:spLocks noGrp="1"/>
          </p:cNvSpPr>
          <p:nvPr>
            <p:ph type="pic" sz="quarter" idx="14"/>
          </p:nvPr>
        </p:nvSpPr>
        <p:spPr>
          <a:xfrm>
            <a:off x="7112000" y="1135075"/>
            <a:ext cx="4053840" cy="4574846"/>
          </a:xfrm>
          <a:prstGeom prst="rect">
            <a:avLst/>
          </a:prstGeom>
          <a:solidFill>
            <a:schemeClr val="bg1"/>
          </a:solidFill>
          <a:ln>
            <a:noFill/>
          </a:ln>
          <a:effectLst>
            <a:outerShdw blurRad="762000" dist="254000" dir="5400000" algn="t" rotWithShape="0">
              <a:prstClr val="black">
                <a:alpha val="30000"/>
              </a:prstClr>
            </a:outerShdw>
          </a:effectLst>
        </p:spPr>
        <p:txBody>
          <a:bodyPr wrap="square" anchor="ctr">
            <a:noAutofit/>
          </a:bodyPr>
          <a:lstStyle>
            <a:lvl1pPr algn="ctr">
              <a:defRPr sz="1200">
                <a:solidFill>
                  <a:schemeClr val="tx1"/>
                </a:solidFill>
              </a:defRPr>
            </a:lvl1pPr>
          </a:lstStyle>
          <a:p>
            <a:endParaRPr lang="en-US"/>
          </a:p>
        </p:txBody>
      </p:sp>
      <p:sp>
        <p:nvSpPr>
          <p:cNvPr id="4" name="Rectangle 3"/>
          <p:cNvSpPr/>
          <p:nvPr userDrawn="1"/>
        </p:nvSpPr>
        <p:spPr>
          <a:xfrm>
            <a:off x="0" y="1140319"/>
            <a:ext cx="2042161" cy="456960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674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50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6" presetClass="emph" presetSubtype="0" accel="50000" decel="50000" autoRev="1" fill="hold" grpId="1" nodeType="withEffect">
                                  <p:stCondLst>
                                    <p:cond delay="1500"/>
                                  </p:stCondLst>
                                  <p:childTnLst>
                                    <p:animScale>
                                      <p:cBhvr>
                                        <p:cTn id="9" dur="500" fill="hold"/>
                                        <p:tgtEl>
                                          <p:spTgt spid="3"/>
                                        </p:tgtEl>
                                      </p:cBhvr>
                                      <p:by x="105000" y="105000"/>
                                    </p:animScale>
                                  </p:childTnLst>
                                </p:cTn>
                              </p:par>
                              <p:par>
                                <p:cTn id="10" presetID="2" presetClass="entr" presetSubtype="8" decel="5000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0-#ppt_w/2"/>
                                          </p:val>
                                        </p:tav>
                                        <p:tav tm="100000">
                                          <p:val>
                                            <p:strVal val="#ppt_x"/>
                                          </p:val>
                                        </p:tav>
                                      </p:tavLst>
                                    </p:anim>
                                    <p:anim calcmode="lin" valueType="num">
                                      <p:cBhvr additive="base">
                                        <p:cTn id="13"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1016000" y="0"/>
            <a:ext cx="11176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extLst>
      <p:ext uri="{BB962C8B-B14F-4D97-AF65-F5344CB8AC3E}">
        <p14:creationId xmlns:p14="http://schemas.microsoft.com/office/powerpoint/2010/main" val="183401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4_Custom Layout">
    <p:spTree>
      <p:nvGrpSpPr>
        <p:cNvPr id="1" name=""/>
        <p:cNvGrpSpPr/>
        <p:nvPr/>
      </p:nvGrpSpPr>
      <p:grpSpPr>
        <a:xfrm>
          <a:off x="0" y="0"/>
          <a:ext cx="0" cy="0"/>
          <a:chOff x="0" y="0"/>
          <a:chExt cx="0" cy="0"/>
        </a:xfrm>
      </p:grpSpPr>
      <p:sp>
        <p:nvSpPr>
          <p:cNvPr id="3" name="Picture Placeholder 8"/>
          <p:cNvSpPr>
            <a:spLocks noGrp="1"/>
          </p:cNvSpPr>
          <p:nvPr>
            <p:ph type="pic" sz="quarter" idx="15"/>
          </p:nvPr>
        </p:nvSpPr>
        <p:spPr>
          <a:xfrm>
            <a:off x="0" y="0"/>
            <a:ext cx="12192000" cy="6858000"/>
          </a:xfrm>
          <a:prstGeom prst="rect">
            <a:avLst/>
          </a:prstGeom>
          <a:gradFill>
            <a:gsLst>
              <a:gs pos="0">
                <a:schemeClr val="tx1">
                  <a:alpha val="40000"/>
                </a:schemeClr>
              </a:gs>
              <a:gs pos="99000">
                <a:schemeClr val="tx1">
                  <a:alpha val="20000"/>
                </a:schemeClr>
              </a:gs>
            </a:gsLst>
            <a:lin ang="5400000" scaled="1"/>
          </a:gradFill>
          <a:ln>
            <a:noFill/>
          </a:ln>
        </p:spPr>
        <p:txBody>
          <a:bodyPr wrap="square" anchor="ctr">
            <a:noAutofit/>
          </a:bodyPr>
          <a:lstStyle>
            <a:lvl1pPr algn="ctr">
              <a:defRPr sz="1200">
                <a:solidFill>
                  <a:schemeClr val="tx1"/>
                </a:solidFill>
              </a:defRPr>
            </a:lvl1p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22599-170A-FE1C-CE32-5ADD6DD6D3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BA96CE-3D20-BC3C-4221-013F7F9D27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E0D89-245F-F082-2A07-5F301540A10D}"/>
              </a:ext>
            </a:extLst>
          </p:cNvPr>
          <p:cNvSpPr>
            <a:spLocks noGrp="1"/>
          </p:cNvSpPr>
          <p:nvPr>
            <p:ph type="dt" sz="half" idx="10"/>
          </p:nvPr>
        </p:nvSpPr>
        <p:spPr/>
        <p:txBody>
          <a:bodyPr/>
          <a:lstStyle/>
          <a:p>
            <a:fld id="{C2566306-B042-4ECA-A669-69ED6E36209F}" type="datetimeFigureOut">
              <a:rPr lang="en-US" smtClean="0"/>
              <a:t>9/7/2025</a:t>
            </a:fld>
            <a:endParaRPr lang="en-US"/>
          </a:p>
        </p:txBody>
      </p:sp>
      <p:sp>
        <p:nvSpPr>
          <p:cNvPr id="5" name="Footer Placeholder 4">
            <a:extLst>
              <a:ext uri="{FF2B5EF4-FFF2-40B4-BE49-F238E27FC236}">
                <a16:creationId xmlns:a16="http://schemas.microsoft.com/office/drawing/2014/main" id="{94082B9D-8EB5-4D00-5B82-A2A2A55C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23BF0-C423-C6F4-820F-F244590B755E}"/>
              </a:ext>
            </a:extLst>
          </p:cNvPr>
          <p:cNvSpPr>
            <a:spLocks noGrp="1"/>
          </p:cNvSpPr>
          <p:nvPr>
            <p:ph type="sldNum" sz="quarter" idx="12"/>
          </p:nvPr>
        </p:nvSpPr>
        <p:spPr/>
        <p:txBody>
          <a:bodyPr/>
          <a:lstStyle/>
          <a:p>
            <a:fld id="{DEA481D4-1167-4C1F-9EF0-771241C1FC7E}" type="slidenum">
              <a:rPr lang="en-US" smtClean="0"/>
              <a:t>‹#›</a:t>
            </a:fld>
            <a:endParaRPr lang="en-US"/>
          </a:p>
        </p:txBody>
      </p:sp>
    </p:spTree>
    <p:extLst>
      <p:ext uri="{BB962C8B-B14F-4D97-AF65-F5344CB8AC3E}">
        <p14:creationId xmlns:p14="http://schemas.microsoft.com/office/powerpoint/2010/main" val="15444072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8824" y="946702"/>
            <a:ext cx="9152697" cy="1249845"/>
          </a:xfrm>
          <a:prstGeom prst="rect">
            <a:avLst/>
          </a:prstGeom>
          <a:effectLst/>
        </p:spPr>
        <p:txBody>
          <a:bodyPr vert="horz" lIns="0" tIns="192024" rIns="0" bIns="0" rtlCol="0" anchor="t" anchorCtr="0">
            <a:noAutofit/>
          </a:bodyPr>
          <a:lstStyle/>
          <a:p>
            <a:r>
              <a:rPr lang="en-US" dirty="0"/>
              <a:t>Your title here</a:t>
            </a:r>
          </a:p>
        </p:txBody>
      </p:sp>
      <p:sp>
        <p:nvSpPr>
          <p:cNvPr id="3" name="Текст 2"/>
          <p:cNvSpPr>
            <a:spLocks noGrp="1"/>
          </p:cNvSpPr>
          <p:nvPr>
            <p:ph type="body" idx="1"/>
          </p:nvPr>
        </p:nvSpPr>
        <p:spPr>
          <a:xfrm>
            <a:off x="2028824" y="2514600"/>
            <a:ext cx="9152698" cy="3429000"/>
          </a:xfrm>
          <a:prstGeom prst="rect">
            <a:avLst/>
          </a:prstGeom>
        </p:spPr>
        <p:txBody>
          <a:bodyPr vert="horz" lIns="0" tIns="0" rIns="0" bIns="0" rtlCol="0">
            <a:normAutofit/>
          </a:bodyPr>
          <a:lstStyle/>
          <a:p>
            <a:pPr lvl="0"/>
            <a:r>
              <a:rPr lang="en-US" dirty="0"/>
              <a:t>Write here subtitle</a:t>
            </a:r>
          </a:p>
          <a:p>
            <a:pPr lvl="1"/>
            <a:r>
              <a:rPr lang="en-US" dirty="0"/>
              <a:t>Write here subtitle</a:t>
            </a:r>
          </a:p>
          <a:p>
            <a:pPr lvl="1"/>
            <a:r>
              <a:rPr lang="en-US" dirty="0"/>
              <a:t>Write here subtitle</a:t>
            </a:r>
          </a:p>
          <a:p>
            <a:pPr lvl="2"/>
            <a:r>
              <a:rPr lang="en-US" dirty="0"/>
              <a:t>Write here text</a:t>
            </a:r>
          </a:p>
          <a:p>
            <a:pPr lvl="3"/>
            <a:r>
              <a:rPr lang="en-US" dirty="0"/>
              <a:t>Write here text</a:t>
            </a:r>
          </a:p>
          <a:p>
            <a:pPr lvl="4"/>
            <a:r>
              <a:rPr lang="en-US" dirty="0"/>
              <a:t>Write here text </a:t>
            </a:r>
          </a:p>
        </p:txBody>
      </p:sp>
      <p:sp>
        <p:nvSpPr>
          <p:cNvPr id="14" name="Rectangle 13"/>
          <p:cNvSpPr/>
          <p:nvPr userDrawn="1"/>
        </p:nvSpPr>
        <p:spPr>
          <a:xfrm>
            <a:off x="0" y="6291470"/>
            <a:ext cx="1003853" cy="5665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315367" y="3389244"/>
            <a:ext cx="4021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315367" y="3468757"/>
            <a:ext cx="2010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Slide Number Placeholder 24"/>
          <p:cNvSpPr txBox="1">
            <a:spLocks/>
          </p:cNvSpPr>
          <p:nvPr userDrawn="1"/>
        </p:nvSpPr>
        <p:spPr>
          <a:xfrm>
            <a:off x="0" y="6376228"/>
            <a:ext cx="1003852" cy="365125"/>
          </a:xfrm>
          <a:prstGeom prst="rect">
            <a:avLst/>
          </a:prstGeom>
        </p:spPr>
        <p:txBody>
          <a:bodyPr vert="horz" lIns="91440" tIns="45720" rIns="91440" bIns="45720"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800" b="1" i="0" smtClean="0">
                <a:solidFill>
                  <a:schemeClr val="tx1"/>
                </a:solidFill>
                <a:latin typeface="Open Sans SemiBold" charset="0"/>
                <a:ea typeface="Open Sans SemiBold" charset="0"/>
                <a:cs typeface="Open Sans SemiBold" charset="0"/>
              </a:rPr>
              <a:pPr algn="ctr"/>
              <a:t>‹#›</a:t>
            </a:fld>
            <a:endParaRPr lang="en-US" sz="800" b="1" i="0" dirty="0">
              <a:solidFill>
                <a:schemeClr val="tx1"/>
              </a:solidFill>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32" r:id="rId1"/>
    <p:sldLayoutId id="2147484033" r:id="rId2"/>
    <p:sldLayoutId id="2147484075" r:id="rId3"/>
    <p:sldLayoutId id="2147484034" r:id="rId4"/>
    <p:sldLayoutId id="2147484037" r:id="rId5"/>
    <p:sldLayoutId id="2147484038" r:id="rId6"/>
    <p:sldLayoutId id="2147484051" r:id="rId7"/>
    <p:sldLayoutId id="2147484039" r:id="rId8"/>
    <p:sldLayoutId id="2147484040" r:id="rId9"/>
    <p:sldLayoutId id="2147484041" r:id="rId10"/>
    <p:sldLayoutId id="2147484042" r:id="rId11"/>
    <p:sldLayoutId id="2147484043" r:id="rId12"/>
    <p:sldLayoutId id="2147484044" r:id="rId13"/>
    <p:sldLayoutId id="2147484045" r:id="rId14"/>
    <p:sldLayoutId id="2147484046" r:id="rId15"/>
    <p:sldLayoutId id="2147484047" r:id="rId16"/>
    <p:sldLayoutId id="2147484048" r:id="rId17"/>
    <p:sldLayoutId id="2147484049" r:id="rId18"/>
    <p:sldLayoutId id="2147484050" r:id="rId19"/>
    <p:sldLayoutId id="2147484076" r:id="rId20"/>
    <p:sldLayoutId id="2147484052" r:id="rId21"/>
    <p:sldLayoutId id="2147484053" r:id="rId22"/>
    <p:sldLayoutId id="2147484054" r:id="rId23"/>
    <p:sldLayoutId id="2147484055" r:id="rId24"/>
    <p:sldLayoutId id="2147484056" r:id="rId25"/>
    <p:sldLayoutId id="2147484057" r:id="rId26"/>
    <p:sldLayoutId id="2147484058" r:id="rId27"/>
    <p:sldLayoutId id="2147484059" r:id="rId28"/>
    <p:sldLayoutId id="2147484060" r:id="rId29"/>
    <p:sldLayoutId id="2147484061" r:id="rId30"/>
    <p:sldLayoutId id="2147484062" r:id="rId31"/>
    <p:sldLayoutId id="2147484077" r:id="rId32"/>
    <p:sldLayoutId id="2147484089" r:id="rId33"/>
    <p:sldLayoutId id="2147484090" r:id="rId3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0000" fill="hold" nodeType="withEffect">
                                  <p:stCondLst>
                                    <p:cond delay="30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8" decel="50000" fill="hold" nodeType="withEffect">
                                  <p:stCondLst>
                                    <p:cond delay="50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0-#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par>
                                <p:cTn id="13" presetID="2" presetClass="entr" presetSubtype="1" decel="5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l" defTabSz="914318" rtl="0" eaLnBrk="1" latinLnBrk="0" hangingPunct="1">
        <a:lnSpc>
          <a:spcPct val="80000"/>
        </a:lnSpc>
        <a:spcBef>
          <a:spcPct val="0"/>
        </a:spcBef>
        <a:buNone/>
        <a:defRPr sz="3600" b="1" i="0" kern="1200" spc="-100" baseline="0">
          <a:solidFill>
            <a:schemeClr val="tx1"/>
          </a:solidFill>
          <a:latin typeface="Montserrat" charset="0"/>
          <a:ea typeface="Montserrat" charset="0"/>
          <a:cs typeface="Montserrat" charset="0"/>
        </a:defRPr>
      </a:lvl1pPr>
    </p:titleStyle>
    <p:bodyStyle>
      <a:lvl1pPr marL="0" indent="0" algn="l" defTabSz="914318" rtl="0" eaLnBrk="1" latinLnBrk="0" hangingPunct="1">
        <a:lnSpc>
          <a:spcPct val="15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5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5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5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5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2160">
          <p15:clr>
            <a:srgbClr val="F26B43"/>
          </p15:clr>
        </p15:guide>
        <p15:guide id="14" orient="horz" pos="346" userDrawn="1">
          <p15:clr>
            <a:srgbClr val="F26B43"/>
          </p15:clr>
        </p15:guide>
        <p15:guide id="27" orient="horz" pos="3952" userDrawn="1">
          <p15:clr>
            <a:srgbClr val="F26B43"/>
          </p15:clr>
        </p15:guide>
        <p15:guide id="28" pos="642" userDrawn="1">
          <p15:clr>
            <a:srgbClr val="F26B43"/>
          </p15:clr>
        </p15:guide>
        <p15:guide id="29" pos="7038" userDrawn="1">
          <p15:clr>
            <a:srgbClr val="F26B43"/>
          </p15:clr>
        </p15:guide>
        <p15:guide id="44">
          <p15:clr>
            <a:srgbClr val="F26B43"/>
          </p15:clr>
        </p15:guide>
        <p15:guide id="45" pos="7680">
          <p15:clr>
            <a:srgbClr val="F26B43"/>
          </p15:clr>
        </p15:guide>
        <p15:guide id="46" orient="horz">
          <p15:clr>
            <a:srgbClr val="F26B43"/>
          </p15:clr>
        </p15:guide>
        <p15:guide id="47" orient="horz" pos="4320">
          <p15:clr>
            <a:srgbClr val="F26B43"/>
          </p15:clr>
        </p15:guide>
        <p15:guide id="48" pos="1277" userDrawn="1">
          <p15:clr>
            <a:srgbClr val="F26B43"/>
          </p15:clr>
        </p15:guide>
        <p15:guide id="51" orient="horz" pos="709" userDrawn="1">
          <p15:clr>
            <a:srgbClr val="F26B43"/>
          </p15:clr>
        </p15:guide>
        <p15:guide id="52" pos="19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28824" y="946702"/>
            <a:ext cx="9152697" cy="1249845"/>
          </a:xfrm>
          <a:prstGeom prst="rect">
            <a:avLst/>
          </a:prstGeom>
          <a:effectLst/>
        </p:spPr>
        <p:txBody>
          <a:bodyPr vert="horz" lIns="0" tIns="192024" rIns="0" bIns="0" rtlCol="0" anchor="t" anchorCtr="0">
            <a:noAutofit/>
          </a:bodyPr>
          <a:lstStyle/>
          <a:p>
            <a:r>
              <a:rPr lang="en-US" dirty="0"/>
              <a:t>Your title here</a:t>
            </a:r>
          </a:p>
        </p:txBody>
      </p:sp>
      <p:sp>
        <p:nvSpPr>
          <p:cNvPr id="3" name="Текст 2"/>
          <p:cNvSpPr>
            <a:spLocks noGrp="1"/>
          </p:cNvSpPr>
          <p:nvPr>
            <p:ph type="body" idx="1"/>
          </p:nvPr>
        </p:nvSpPr>
        <p:spPr>
          <a:xfrm>
            <a:off x="2028824" y="2514600"/>
            <a:ext cx="9152698" cy="3429000"/>
          </a:xfrm>
          <a:prstGeom prst="rect">
            <a:avLst/>
          </a:prstGeom>
        </p:spPr>
        <p:txBody>
          <a:bodyPr vert="horz" lIns="0" tIns="0" rIns="0" bIns="0" rtlCol="0">
            <a:normAutofit/>
          </a:bodyPr>
          <a:lstStyle/>
          <a:p>
            <a:pPr lvl="0"/>
            <a:r>
              <a:rPr lang="en-US" dirty="0"/>
              <a:t>Write here subtitle</a:t>
            </a:r>
          </a:p>
          <a:p>
            <a:pPr lvl="1"/>
            <a:r>
              <a:rPr lang="en-US" dirty="0"/>
              <a:t>Write here subtitle</a:t>
            </a:r>
          </a:p>
          <a:p>
            <a:pPr lvl="1"/>
            <a:r>
              <a:rPr lang="en-US" dirty="0"/>
              <a:t>Write here subtitle</a:t>
            </a:r>
          </a:p>
          <a:p>
            <a:pPr lvl="2"/>
            <a:r>
              <a:rPr lang="en-US" dirty="0"/>
              <a:t>Write here text</a:t>
            </a:r>
          </a:p>
          <a:p>
            <a:pPr lvl="3"/>
            <a:r>
              <a:rPr lang="en-US" dirty="0"/>
              <a:t>Write here text</a:t>
            </a:r>
          </a:p>
          <a:p>
            <a:pPr lvl="4"/>
            <a:r>
              <a:rPr lang="en-US" dirty="0"/>
              <a:t>Write here text </a:t>
            </a:r>
          </a:p>
        </p:txBody>
      </p:sp>
      <p:sp>
        <p:nvSpPr>
          <p:cNvPr id="14" name="Rectangle 13"/>
          <p:cNvSpPr/>
          <p:nvPr userDrawn="1"/>
        </p:nvSpPr>
        <p:spPr>
          <a:xfrm>
            <a:off x="11181521" y="6291470"/>
            <a:ext cx="1003853" cy="5665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userDrawn="1"/>
        </p:nvSpPr>
        <p:spPr>
          <a:xfrm rot="16200000">
            <a:off x="11355380" y="378755"/>
            <a:ext cx="625492" cy="230832"/>
          </a:xfrm>
          <a:prstGeom prst="rect">
            <a:avLst/>
          </a:prstGeom>
          <a:noFill/>
        </p:spPr>
        <p:txBody>
          <a:bodyPr wrap="none" rtlCol="0">
            <a:spAutoFit/>
          </a:bodyPr>
          <a:lstStyle/>
          <a:p>
            <a:pPr algn="l"/>
            <a:r>
              <a:rPr lang="en-US" sz="900" b="1" i="0" dirty="0">
                <a:solidFill>
                  <a:schemeClr val="tx1"/>
                </a:solidFill>
                <a:latin typeface="Montserrat SemiBold" charset="0"/>
                <a:ea typeface="Montserrat SemiBold" charset="0"/>
                <a:cs typeface="Montserrat SemiBold" charset="0"/>
              </a:rPr>
              <a:t>voodoo</a:t>
            </a:r>
          </a:p>
        </p:txBody>
      </p:sp>
      <p:cxnSp>
        <p:nvCxnSpPr>
          <p:cNvPr id="18" name="Straight Connector 17"/>
          <p:cNvCxnSpPr/>
          <p:nvPr userDrawn="1"/>
        </p:nvCxnSpPr>
        <p:spPr>
          <a:xfrm>
            <a:off x="11496888" y="3389244"/>
            <a:ext cx="4021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11697939" y="3468757"/>
            <a:ext cx="2010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Slide Number Placeholder 24"/>
          <p:cNvSpPr txBox="1">
            <a:spLocks/>
          </p:cNvSpPr>
          <p:nvPr userDrawn="1"/>
        </p:nvSpPr>
        <p:spPr>
          <a:xfrm>
            <a:off x="11181521" y="6376228"/>
            <a:ext cx="1003852" cy="365125"/>
          </a:xfrm>
          <a:prstGeom prst="rect">
            <a:avLst/>
          </a:prstGeom>
        </p:spPr>
        <p:txBody>
          <a:bodyPr vert="horz" lIns="91440" tIns="45720" rIns="91440" bIns="45720" rtlCol="0" anchor="ctr"/>
          <a:lstStyle>
            <a:defPPr>
              <a:defRPr lang="en-US"/>
            </a:defPPr>
            <a:lvl1pPr marL="0" algn="r" defTabSz="914330" rtl="0" eaLnBrk="1" latinLnBrk="0" hangingPunct="1">
              <a:defRPr sz="1200" kern="1200">
                <a:solidFill>
                  <a:schemeClr val="tx1">
                    <a:tint val="75000"/>
                  </a:schemeClr>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fld id="{36C48702-E445-134E-B960-6F692773524F}" type="slidenum">
              <a:rPr lang="en-US" sz="800" b="1" i="0" smtClean="0">
                <a:solidFill>
                  <a:schemeClr val="tx1"/>
                </a:solidFill>
                <a:latin typeface="Open Sans SemiBold" charset="0"/>
                <a:ea typeface="Open Sans SemiBold" charset="0"/>
                <a:cs typeface="Open Sans SemiBold" charset="0"/>
              </a:rPr>
              <a:pPr algn="ctr"/>
              <a:t>‹#›</a:t>
            </a:fld>
            <a:endParaRPr lang="en-US" sz="800" b="1" i="0" dirty="0">
              <a:solidFill>
                <a:schemeClr val="tx1"/>
              </a:solidFill>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1130058543"/>
      </p:ext>
    </p:extLst>
  </p:cSld>
  <p:clrMap bg1="lt1" tx1="dk1" bg2="lt2" tx2="dk2" accent1="accent1" accent2="accent2" accent3="accent3" accent4="accent4" accent5="accent5" accent6="accent6" hlink="hlink" folHlink="folHlink"/>
  <p:sldLayoutIdLst>
    <p:sldLayoutId id="2147484036"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50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2" decel="50000" fill="hold" nodeType="withEffect">
                                  <p:stCondLst>
                                    <p:cond delay="3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1+#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50000" fill="hold" nodeType="withEffect">
                                  <p:stCondLst>
                                    <p:cond delay="5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1+#ppt_w/2"/>
                                          </p:val>
                                        </p:tav>
                                        <p:tav tm="100000">
                                          <p:val>
                                            <p:strVal val="#ppt_x"/>
                                          </p:val>
                                        </p:tav>
                                      </p:tavLst>
                                    </p:anim>
                                    <p:anim calcmode="lin" valueType="num">
                                      <p:cBhvr additive="base">
                                        <p:cTn id="16"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hf hdr="0" ftr="0" dt="0"/>
  <p:txStyles>
    <p:titleStyle>
      <a:lvl1pPr algn="l" defTabSz="914318" rtl="0" eaLnBrk="1" latinLnBrk="0" hangingPunct="1">
        <a:lnSpc>
          <a:spcPct val="80000"/>
        </a:lnSpc>
        <a:spcBef>
          <a:spcPct val="0"/>
        </a:spcBef>
        <a:buNone/>
        <a:defRPr sz="3600" b="1" i="0" kern="1200" spc="-151" baseline="0">
          <a:solidFill>
            <a:schemeClr val="tx1"/>
          </a:solidFill>
          <a:latin typeface="Montserrat SemiBold" charset="0"/>
          <a:ea typeface="Montserrat SemiBold" charset="0"/>
          <a:cs typeface="Montserrat SemiBold" charset="0"/>
        </a:defRPr>
      </a:lvl1pPr>
    </p:titleStyle>
    <p:bodyStyle>
      <a:lvl1pPr marL="0" indent="0" algn="l" defTabSz="914318" rtl="0" eaLnBrk="1" latinLnBrk="0" hangingPunct="1">
        <a:lnSpc>
          <a:spcPct val="15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5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5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5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5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2160">
          <p15:clr>
            <a:srgbClr val="F26B43"/>
          </p15:clr>
        </p15:guide>
        <p15:guide id="14" orient="horz" pos="346">
          <p15:clr>
            <a:srgbClr val="F26B43"/>
          </p15:clr>
        </p15:guide>
        <p15:guide id="27" orient="horz" pos="3952">
          <p15:clr>
            <a:srgbClr val="F26B43"/>
          </p15:clr>
        </p15:guide>
        <p15:guide id="28" pos="642">
          <p15:clr>
            <a:srgbClr val="F26B43"/>
          </p15:clr>
        </p15:guide>
        <p15:guide id="29" pos="7038">
          <p15:clr>
            <a:srgbClr val="F26B43"/>
          </p15:clr>
        </p15:guide>
        <p15:guide id="44">
          <p15:clr>
            <a:srgbClr val="F26B43"/>
          </p15:clr>
        </p15:guide>
        <p15:guide id="45" pos="7680">
          <p15:clr>
            <a:srgbClr val="F26B43"/>
          </p15:clr>
        </p15:guide>
        <p15:guide id="46" orient="horz">
          <p15:clr>
            <a:srgbClr val="F26B43"/>
          </p15:clr>
        </p15:guide>
        <p15:guide id="47" orient="horz" pos="4320">
          <p15:clr>
            <a:srgbClr val="F26B43"/>
          </p15:clr>
        </p15:guide>
        <p15:guide id="48" pos="1277">
          <p15:clr>
            <a:srgbClr val="F26B43"/>
          </p15:clr>
        </p15:guide>
        <p15:guide id="51" orient="horz" pos="709">
          <p15:clr>
            <a:srgbClr val="F26B43"/>
          </p15:clr>
        </p15:guide>
        <p15:guide id="52" pos="1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4.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626273" y="2276110"/>
            <a:ext cx="6939453" cy="1647411"/>
          </a:xfrm>
        </p:spPr>
        <p:txBody>
          <a:bodyPr/>
          <a:lstStyle/>
          <a:p>
            <a:r>
              <a:rPr lang="en-US" sz="5000" dirty="0"/>
              <a:t>Supply Chain Dataset Analysis</a:t>
            </a:r>
          </a:p>
        </p:txBody>
      </p:sp>
      <p:sp>
        <p:nvSpPr>
          <p:cNvPr id="9" name="Freeform 27">
            <a:extLst>
              <a:ext uri="{FF2B5EF4-FFF2-40B4-BE49-F238E27FC236}">
                <a16:creationId xmlns:a16="http://schemas.microsoft.com/office/drawing/2014/main" id="{DA65DC47-EC3A-42E5-B755-5572959A05A2}"/>
              </a:ext>
            </a:extLst>
          </p:cNvPr>
          <p:cNvSpPr>
            <a:spLocks noEditPoints="1"/>
          </p:cNvSpPr>
          <p:nvPr/>
        </p:nvSpPr>
        <p:spPr bwMode="auto">
          <a:xfrm>
            <a:off x="5876458" y="5505451"/>
            <a:ext cx="439084" cy="442912"/>
          </a:xfrm>
          <a:custGeom>
            <a:avLst/>
            <a:gdLst>
              <a:gd name="T0" fmla="*/ 160 w 160"/>
              <a:gd name="T1" fmla="*/ 80 h 160"/>
              <a:gd name="T2" fmla="*/ 80 w 160"/>
              <a:gd name="T3" fmla="*/ 0 h 160"/>
              <a:gd name="T4" fmla="*/ 0 w 160"/>
              <a:gd name="T5" fmla="*/ 80 h 160"/>
              <a:gd name="T6" fmla="*/ 80 w 160"/>
              <a:gd name="T7" fmla="*/ 160 h 160"/>
              <a:gd name="T8" fmla="*/ 160 w 160"/>
              <a:gd name="T9" fmla="*/ 80 h 160"/>
              <a:gd name="T10" fmla="*/ 8 w 160"/>
              <a:gd name="T11" fmla="*/ 80 h 160"/>
              <a:gd name="T12" fmla="*/ 80 w 160"/>
              <a:gd name="T13" fmla="*/ 8 h 160"/>
              <a:gd name="T14" fmla="*/ 152 w 160"/>
              <a:gd name="T15" fmla="*/ 80 h 160"/>
              <a:gd name="T16" fmla="*/ 80 w 160"/>
              <a:gd name="T17" fmla="*/ 152 h 160"/>
              <a:gd name="T18" fmla="*/ 8 w 160"/>
              <a:gd name="T19" fmla="*/ 80 h 160"/>
              <a:gd name="T20" fmla="*/ 83 w 160"/>
              <a:gd name="T21" fmla="*/ 118 h 160"/>
              <a:gd name="T22" fmla="*/ 105 w 160"/>
              <a:gd name="T23" fmla="*/ 95 h 160"/>
              <a:gd name="T24" fmla="*/ 105 w 160"/>
              <a:gd name="T25" fmla="*/ 89 h 160"/>
              <a:gd name="T26" fmla="*/ 100 w 160"/>
              <a:gd name="T27" fmla="*/ 89 h 160"/>
              <a:gd name="T28" fmla="*/ 84 w 160"/>
              <a:gd name="T29" fmla="*/ 105 h 160"/>
              <a:gd name="T30" fmla="*/ 84 w 160"/>
              <a:gd name="T31" fmla="*/ 45 h 160"/>
              <a:gd name="T32" fmla="*/ 80 w 160"/>
              <a:gd name="T33" fmla="*/ 41 h 160"/>
              <a:gd name="T34" fmla="*/ 76 w 160"/>
              <a:gd name="T35" fmla="*/ 45 h 160"/>
              <a:gd name="T36" fmla="*/ 76 w 160"/>
              <a:gd name="T37" fmla="*/ 105 h 160"/>
              <a:gd name="T38" fmla="*/ 60 w 160"/>
              <a:gd name="T39" fmla="*/ 89 h 160"/>
              <a:gd name="T40" fmla="*/ 55 w 160"/>
              <a:gd name="T41" fmla="*/ 89 h 160"/>
              <a:gd name="T42" fmla="*/ 55 w 160"/>
              <a:gd name="T43" fmla="*/ 95 h 160"/>
              <a:gd name="T44" fmla="*/ 77 w 160"/>
              <a:gd name="T45" fmla="*/ 118 h 160"/>
              <a:gd name="T46" fmla="*/ 80 w 160"/>
              <a:gd name="T47" fmla="*/ 119 h 160"/>
              <a:gd name="T48" fmla="*/ 83 w 160"/>
              <a:gd name="T49"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0" h="160">
                <a:moveTo>
                  <a:pt x="160" y="80"/>
                </a:moveTo>
                <a:cubicBezTo>
                  <a:pt x="160" y="36"/>
                  <a:pt x="124" y="0"/>
                  <a:pt x="80" y="0"/>
                </a:cubicBezTo>
                <a:cubicBezTo>
                  <a:pt x="36" y="0"/>
                  <a:pt x="0" y="36"/>
                  <a:pt x="0" y="80"/>
                </a:cubicBezTo>
                <a:cubicBezTo>
                  <a:pt x="0" y="124"/>
                  <a:pt x="36" y="160"/>
                  <a:pt x="80" y="160"/>
                </a:cubicBezTo>
                <a:cubicBezTo>
                  <a:pt x="124" y="160"/>
                  <a:pt x="160" y="124"/>
                  <a:pt x="160" y="80"/>
                </a:cubicBezTo>
                <a:close/>
                <a:moveTo>
                  <a:pt x="8" y="80"/>
                </a:moveTo>
                <a:cubicBezTo>
                  <a:pt x="8" y="40"/>
                  <a:pt x="40" y="8"/>
                  <a:pt x="80" y="8"/>
                </a:cubicBezTo>
                <a:cubicBezTo>
                  <a:pt x="120" y="8"/>
                  <a:pt x="152" y="40"/>
                  <a:pt x="152" y="80"/>
                </a:cubicBezTo>
                <a:cubicBezTo>
                  <a:pt x="152" y="120"/>
                  <a:pt x="120" y="152"/>
                  <a:pt x="80" y="152"/>
                </a:cubicBezTo>
                <a:cubicBezTo>
                  <a:pt x="40" y="152"/>
                  <a:pt x="8" y="120"/>
                  <a:pt x="8" y="80"/>
                </a:cubicBezTo>
                <a:close/>
                <a:moveTo>
                  <a:pt x="83" y="118"/>
                </a:moveTo>
                <a:cubicBezTo>
                  <a:pt x="105" y="95"/>
                  <a:pt x="105" y="95"/>
                  <a:pt x="105" y="95"/>
                </a:cubicBezTo>
                <a:cubicBezTo>
                  <a:pt x="107" y="94"/>
                  <a:pt x="107" y="91"/>
                  <a:pt x="105" y="89"/>
                </a:cubicBezTo>
                <a:cubicBezTo>
                  <a:pt x="104" y="88"/>
                  <a:pt x="101" y="88"/>
                  <a:pt x="100" y="89"/>
                </a:cubicBezTo>
                <a:cubicBezTo>
                  <a:pt x="84" y="105"/>
                  <a:pt x="84" y="105"/>
                  <a:pt x="84" y="105"/>
                </a:cubicBezTo>
                <a:cubicBezTo>
                  <a:pt x="84" y="45"/>
                  <a:pt x="84" y="45"/>
                  <a:pt x="84" y="45"/>
                </a:cubicBezTo>
                <a:cubicBezTo>
                  <a:pt x="84" y="43"/>
                  <a:pt x="82" y="41"/>
                  <a:pt x="80" y="41"/>
                </a:cubicBezTo>
                <a:cubicBezTo>
                  <a:pt x="78" y="41"/>
                  <a:pt x="76" y="43"/>
                  <a:pt x="76" y="45"/>
                </a:cubicBezTo>
                <a:cubicBezTo>
                  <a:pt x="76" y="105"/>
                  <a:pt x="76" y="105"/>
                  <a:pt x="76" y="105"/>
                </a:cubicBezTo>
                <a:cubicBezTo>
                  <a:pt x="60" y="89"/>
                  <a:pt x="60" y="89"/>
                  <a:pt x="60" y="89"/>
                </a:cubicBezTo>
                <a:cubicBezTo>
                  <a:pt x="59" y="88"/>
                  <a:pt x="56" y="88"/>
                  <a:pt x="55" y="89"/>
                </a:cubicBezTo>
                <a:cubicBezTo>
                  <a:pt x="53" y="91"/>
                  <a:pt x="53" y="94"/>
                  <a:pt x="55" y="95"/>
                </a:cubicBezTo>
                <a:cubicBezTo>
                  <a:pt x="77" y="118"/>
                  <a:pt x="77" y="118"/>
                  <a:pt x="77" y="118"/>
                </a:cubicBezTo>
                <a:cubicBezTo>
                  <a:pt x="78" y="118"/>
                  <a:pt x="79" y="119"/>
                  <a:pt x="80" y="119"/>
                </a:cubicBezTo>
                <a:cubicBezTo>
                  <a:pt x="81" y="119"/>
                  <a:pt x="82" y="118"/>
                  <a:pt x="83" y="118"/>
                </a:cubicBezTo>
                <a:close/>
              </a:path>
            </a:pathLst>
          </a:custGeom>
          <a:solidFill>
            <a:schemeClr val="accent1"/>
          </a:solidFill>
          <a:ln>
            <a:noFill/>
          </a:ln>
          <a:effectLst>
            <a:outerShdw blurRad="254000" dist="152400" dir="5400000" algn="t"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0581774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14:bounceEnd="50000">
                                          <p:cBhvr additive="base">
                                            <p:cTn id="7" dur="10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F0A9E-A88D-248B-6F31-2C01EF2B0E2F}"/>
              </a:ext>
            </a:extLst>
          </p:cNvPr>
          <p:cNvSpPr>
            <a:spLocks noGrp="1"/>
          </p:cNvSpPr>
          <p:nvPr>
            <p:ph type="title"/>
          </p:nvPr>
        </p:nvSpPr>
        <p:spPr/>
        <p:txBody>
          <a:bodyPr/>
          <a:lstStyle/>
          <a:p>
            <a:pPr lvl="0">
              <a:lnSpc>
                <a:spcPct val="100000"/>
              </a:lnSpc>
              <a:defRPr/>
            </a:pPr>
            <a:r>
              <a:rPr lang="en-US" dirty="0"/>
              <a:t>Project</a:t>
            </a:r>
            <a:br>
              <a:rPr lang="en-US" dirty="0">
                <a:solidFill>
                  <a:schemeClr val="accent1"/>
                </a:solidFill>
              </a:rPr>
            </a:br>
            <a:r>
              <a:rPr lang="en-US" dirty="0">
                <a:solidFill>
                  <a:schemeClr val="accent1"/>
                </a:solidFill>
              </a:rPr>
              <a:t>Proposal</a:t>
            </a:r>
          </a:p>
        </p:txBody>
      </p:sp>
      <p:sp>
        <p:nvSpPr>
          <p:cNvPr id="3" name="TextBox 2">
            <a:extLst>
              <a:ext uri="{FF2B5EF4-FFF2-40B4-BE49-F238E27FC236}">
                <a16:creationId xmlns:a16="http://schemas.microsoft.com/office/drawing/2014/main" id="{FF48E3D8-44F1-811A-AE66-E7F01F77A2B5}"/>
              </a:ext>
            </a:extLst>
          </p:cNvPr>
          <p:cNvSpPr txBox="1"/>
          <p:nvPr/>
        </p:nvSpPr>
        <p:spPr>
          <a:xfrm>
            <a:off x="2028824" y="2614699"/>
            <a:ext cx="6603113" cy="3296599"/>
          </a:xfrm>
          <a:prstGeom prst="rect">
            <a:avLst/>
          </a:prstGeom>
          <a:noFill/>
        </p:spPr>
        <p:txBody>
          <a:bodyPr wrap="square" lIns="0" tIns="36000" rIns="216000" bIns="36000" rtlCol="0">
            <a:spAutoFit/>
          </a:bodyPr>
          <a:lstStyle/>
          <a:p>
            <a:pPr lvl="0">
              <a:lnSpc>
                <a:spcPct val="150000"/>
              </a:lnSpc>
              <a:spcBef>
                <a:spcPts val="1000"/>
              </a:spcBef>
            </a:pPr>
            <a:r>
              <a:rPr lang="en-US" sz="2400" dirty="0">
                <a:solidFill>
                  <a:srgbClr val="222222">
                    <a:lumMod val="75000"/>
                    <a:lumOff val="25000"/>
                  </a:srgbClr>
                </a:solidFill>
                <a:latin typeface="Open Sans" panose="020B0606030504020204" pitchFamily="34" charset="0"/>
                <a:ea typeface="Open Sans" panose="020B0606030504020204" pitchFamily="34" charset="0"/>
                <a:cs typeface="Open Sans" panose="020B0606030504020204" pitchFamily="34" charset="0"/>
              </a:rPr>
              <a:t>01. </a:t>
            </a:r>
            <a:r>
              <a:rPr lang="en-US" sz="2400" b="1" dirty="0">
                <a:solidFill>
                  <a:srgbClr val="222222"/>
                </a:solidFill>
                <a:latin typeface="Open Sans" panose="020B0606030504020204" pitchFamily="34" charset="0"/>
                <a:ea typeface="Open Sans" panose="020B0606030504020204" pitchFamily="34" charset="0"/>
                <a:cs typeface="Open Sans" panose="020B0606030504020204" pitchFamily="34" charset="0"/>
              </a:rPr>
              <a:t>Team Members</a:t>
            </a:r>
            <a:endParaRPr lang="en-US" sz="2400" dirty="0">
              <a:solidFill>
                <a:srgbClr val="222222"/>
              </a:solidFill>
              <a:latin typeface="Open Sans" panose="020B0606030504020204" pitchFamily="34" charset="0"/>
              <a:ea typeface="Open Sans" panose="020B0606030504020204" pitchFamily="34" charset="0"/>
              <a:cs typeface="Open Sans" panose="020B0606030504020204" pitchFamily="34" charset="0"/>
            </a:endParaRPr>
          </a:p>
          <a:p>
            <a:pPr lvl="0">
              <a:lnSpc>
                <a:spcPct val="150000"/>
              </a:lnSpc>
              <a:spcBef>
                <a:spcPts val="1000"/>
              </a:spcBef>
            </a:pPr>
            <a:r>
              <a:rPr lang="en-US" sz="2400" dirty="0">
                <a:solidFill>
                  <a:srgbClr val="222222">
                    <a:lumMod val="75000"/>
                    <a:lumOff val="25000"/>
                  </a:srgbClr>
                </a:solidFill>
                <a:latin typeface="Open Sans" panose="020B0606030504020204" pitchFamily="34" charset="0"/>
                <a:ea typeface="Open Sans" panose="020B0606030504020204" pitchFamily="34" charset="0"/>
                <a:cs typeface="Open Sans" panose="020B0606030504020204" pitchFamily="34" charset="0"/>
              </a:rPr>
              <a:t>02. </a:t>
            </a:r>
            <a:r>
              <a:rPr lang="en-US" sz="2400" b="1" dirty="0">
                <a:solidFill>
                  <a:srgbClr val="222222"/>
                </a:solidFill>
                <a:latin typeface="Open Sans" panose="020B0606030504020204" pitchFamily="34" charset="0"/>
                <a:ea typeface="Open Sans" panose="020B0606030504020204" pitchFamily="34" charset="0"/>
                <a:cs typeface="Open Sans" panose="020B0606030504020204" pitchFamily="34" charset="0"/>
              </a:rPr>
              <a:t>Objective</a:t>
            </a:r>
          </a:p>
          <a:p>
            <a:pPr lvl="0">
              <a:lnSpc>
                <a:spcPct val="150000"/>
              </a:lnSpc>
              <a:spcBef>
                <a:spcPts val="1000"/>
              </a:spcBef>
            </a:pPr>
            <a:r>
              <a:rPr lang="en-US" sz="2400" dirty="0">
                <a:solidFill>
                  <a:srgbClr val="222222">
                    <a:lumMod val="75000"/>
                    <a:lumOff val="25000"/>
                  </a:srgbClr>
                </a:solidFill>
                <a:latin typeface="Open Sans" panose="020B0606030504020204" pitchFamily="34" charset="0"/>
                <a:ea typeface="Open Sans" panose="020B0606030504020204" pitchFamily="34" charset="0"/>
                <a:cs typeface="Open Sans" panose="020B0606030504020204" pitchFamily="34" charset="0"/>
              </a:rPr>
              <a:t>03. </a:t>
            </a:r>
            <a:r>
              <a:rPr lang="en-US" sz="2400" b="1" dirty="0">
                <a:solidFill>
                  <a:srgbClr val="222222"/>
                </a:solidFill>
                <a:latin typeface="Open Sans" panose="020B0606030504020204" pitchFamily="34" charset="0"/>
                <a:ea typeface="Open Sans" panose="020B0606030504020204" pitchFamily="34" charset="0"/>
                <a:cs typeface="Open Sans" panose="020B0606030504020204" pitchFamily="34" charset="0"/>
              </a:rPr>
              <a:t>Data Source</a:t>
            </a:r>
          </a:p>
          <a:p>
            <a:pPr lvl="0">
              <a:lnSpc>
                <a:spcPct val="150000"/>
              </a:lnSpc>
              <a:spcBef>
                <a:spcPts val="1000"/>
              </a:spcBef>
            </a:pPr>
            <a:r>
              <a:rPr lang="en-US" sz="2400" dirty="0">
                <a:solidFill>
                  <a:srgbClr val="222222">
                    <a:lumMod val="75000"/>
                    <a:lumOff val="25000"/>
                  </a:srgbClr>
                </a:solidFill>
                <a:latin typeface="Open Sans" panose="020B0606030504020204" pitchFamily="34" charset="0"/>
                <a:ea typeface="Open Sans" panose="020B0606030504020204" pitchFamily="34" charset="0"/>
                <a:cs typeface="Open Sans" panose="020B0606030504020204" pitchFamily="34" charset="0"/>
              </a:rPr>
              <a:t>04. </a:t>
            </a:r>
            <a:r>
              <a:rPr lang="en-US" sz="2400" b="1" dirty="0">
                <a:solidFill>
                  <a:srgbClr val="222222"/>
                </a:solidFill>
                <a:latin typeface="Open Sans" panose="020B0606030504020204" pitchFamily="34" charset="0"/>
                <a:ea typeface="Open Sans" panose="020B0606030504020204" pitchFamily="34" charset="0"/>
                <a:cs typeface="Open Sans" panose="020B0606030504020204" pitchFamily="34" charset="0"/>
              </a:rPr>
              <a:t>Business Questions</a:t>
            </a:r>
          </a:p>
          <a:p>
            <a:pPr>
              <a:lnSpc>
                <a:spcPct val="150000"/>
              </a:lnSpc>
              <a:spcBef>
                <a:spcPts val="1000"/>
              </a:spcBef>
            </a:pPr>
            <a:r>
              <a:rPr lang="en-US" sz="2400" dirty="0">
                <a:solidFill>
                  <a:srgbClr val="222222">
                    <a:lumMod val="75000"/>
                    <a:lumOff val="25000"/>
                  </a:srgbClr>
                </a:solidFill>
                <a:latin typeface="Open Sans" panose="020B0606030504020204" pitchFamily="34" charset="0"/>
                <a:ea typeface="Open Sans" panose="020B0606030504020204" pitchFamily="34" charset="0"/>
                <a:cs typeface="Open Sans" panose="020B0606030504020204" pitchFamily="34" charset="0"/>
              </a:rPr>
              <a:t>05. </a:t>
            </a:r>
            <a:r>
              <a:rPr lang="en-US" sz="2400" b="1" dirty="0">
                <a:solidFill>
                  <a:srgbClr val="222222"/>
                </a:solidFill>
                <a:latin typeface="Open Sans" panose="020B0606030504020204" pitchFamily="34" charset="0"/>
                <a:ea typeface="Open Sans" panose="020B0606030504020204" pitchFamily="34" charset="0"/>
                <a:cs typeface="Open Sans" panose="020B0606030504020204" pitchFamily="34" charset="0"/>
              </a:rPr>
              <a:t>KPIs</a:t>
            </a:r>
          </a:p>
        </p:txBody>
      </p:sp>
    </p:spTree>
    <p:extLst>
      <p:ext uri="{BB962C8B-B14F-4D97-AF65-F5344CB8AC3E}">
        <p14:creationId xmlns:p14="http://schemas.microsoft.com/office/powerpoint/2010/main" val="240178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BA0C-6913-4202-EDC9-DDA1D7333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09688-7B7E-D273-F8A5-C747F57902F5}"/>
              </a:ext>
            </a:extLst>
          </p:cNvPr>
          <p:cNvSpPr>
            <a:spLocks noGrp="1"/>
          </p:cNvSpPr>
          <p:nvPr>
            <p:ph type="title"/>
          </p:nvPr>
        </p:nvSpPr>
        <p:spPr/>
        <p:txBody>
          <a:bodyPr/>
          <a:lstStyle/>
          <a:p>
            <a:pPr lvl="0">
              <a:lnSpc>
                <a:spcPct val="100000"/>
              </a:lnSpc>
              <a:defRPr/>
            </a:pPr>
            <a:r>
              <a:rPr lang="en-US" dirty="0"/>
              <a:t>Team</a:t>
            </a:r>
            <a:br>
              <a:rPr lang="en-US" dirty="0">
                <a:solidFill>
                  <a:schemeClr val="accent1"/>
                </a:solidFill>
              </a:rPr>
            </a:br>
            <a:r>
              <a:rPr lang="en-US" dirty="0">
                <a:solidFill>
                  <a:schemeClr val="accent1"/>
                </a:solidFill>
              </a:rPr>
              <a:t>Members</a:t>
            </a:r>
          </a:p>
        </p:txBody>
      </p:sp>
      <p:grpSp>
        <p:nvGrpSpPr>
          <p:cNvPr id="7" name="Group 6">
            <a:extLst>
              <a:ext uri="{FF2B5EF4-FFF2-40B4-BE49-F238E27FC236}">
                <a16:creationId xmlns:a16="http://schemas.microsoft.com/office/drawing/2014/main" id="{41D65F5A-F169-1798-75C0-011B34348C98}"/>
              </a:ext>
            </a:extLst>
          </p:cNvPr>
          <p:cNvGrpSpPr/>
          <p:nvPr/>
        </p:nvGrpSpPr>
        <p:grpSpPr>
          <a:xfrm>
            <a:off x="8784759" y="2451865"/>
            <a:ext cx="2506823" cy="3389745"/>
            <a:chOff x="8784759" y="2451865"/>
            <a:chExt cx="2506823" cy="3389745"/>
          </a:xfrm>
        </p:grpSpPr>
        <p:grpSp>
          <p:nvGrpSpPr>
            <p:cNvPr id="31" name="Group 30">
              <a:extLst>
                <a:ext uri="{FF2B5EF4-FFF2-40B4-BE49-F238E27FC236}">
                  <a16:creationId xmlns:a16="http://schemas.microsoft.com/office/drawing/2014/main" id="{C3A94FD6-9CEB-ECDF-00B9-584D9D0CC2E4}"/>
                </a:ext>
              </a:extLst>
            </p:cNvPr>
            <p:cNvGrpSpPr/>
            <p:nvPr/>
          </p:nvGrpSpPr>
          <p:grpSpPr>
            <a:xfrm>
              <a:off x="8794375" y="2451865"/>
              <a:ext cx="2497207" cy="3389745"/>
              <a:chOff x="8482911" y="2426288"/>
              <a:chExt cx="2238376" cy="3847512"/>
            </a:xfrm>
            <a:effectLst/>
          </p:grpSpPr>
          <p:sp>
            <p:nvSpPr>
              <p:cNvPr id="32" name="Rectangle 31">
                <a:extLst>
                  <a:ext uri="{FF2B5EF4-FFF2-40B4-BE49-F238E27FC236}">
                    <a16:creationId xmlns:a16="http://schemas.microsoft.com/office/drawing/2014/main" id="{59F0F0F2-7E5C-D02D-EB20-E9D052CEDB44}"/>
                  </a:ext>
                </a:extLst>
              </p:cNvPr>
              <p:cNvSpPr/>
              <p:nvPr/>
            </p:nvSpPr>
            <p:spPr>
              <a:xfrm>
                <a:off x="8482911" y="2426288"/>
                <a:ext cx="2238376" cy="3847512"/>
              </a:xfrm>
              <a:prstGeom prst="rect">
                <a:avLst/>
              </a:prstGeom>
              <a:solidFill>
                <a:schemeClr val="bg2"/>
              </a:soli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728000" rIns="180000" rtlCol="0" anchor="t"/>
              <a:lstStyle/>
              <a:p>
                <a:pPr algn="ctr">
                  <a:spcBef>
                    <a:spcPts val="1000"/>
                  </a:spcBef>
                </a:pPr>
                <a:endParaRPr lang="en-US" sz="1000" dirty="0">
                  <a:solidFill>
                    <a:schemeClr val="tx1">
                      <a:alpha val="70000"/>
                    </a:schemeClr>
                  </a:solidFill>
                </a:endParaRPr>
              </a:p>
            </p:txBody>
          </p:sp>
          <p:cxnSp>
            <p:nvCxnSpPr>
              <p:cNvPr id="33" name="Straight Connector 32">
                <a:extLst>
                  <a:ext uri="{FF2B5EF4-FFF2-40B4-BE49-F238E27FC236}">
                    <a16:creationId xmlns:a16="http://schemas.microsoft.com/office/drawing/2014/main" id="{E3506F3B-55CB-3595-8CA3-9D00B373CF8C}"/>
                  </a:ext>
                </a:extLst>
              </p:cNvPr>
              <p:cNvCxnSpPr/>
              <p:nvPr/>
            </p:nvCxnSpPr>
            <p:spPr>
              <a:xfrm>
                <a:off x="8482911" y="2455784"/>
                <a:ext cx="2235269" cy="0"/>
              </a:xfrm>
              <a:prstGeom prst="line">
                <a:avLst/>
              </a:prstGeom>
              <a:ln w="63500">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091F928C-965C-B228-38F9-1DB61E72C79E}"/>
                </a:ext>
              </a:extLst>
            </p:cNvPr>
            <p:cNvSpPr txBox="1"/>
            <p:nvPr/>
          </p:nvSpPr>
          <p:spPr>
            <a:xfrm>
              <a:off x="8784759" y="4530149"/>
              <a:ext cx="2493741" cy="1137931"/>
            </a:xfrm>
            <a:prstGeom prst="rect">
              <a:avLst/>
            </a:prstGeom>
            <a:noFill/>
          </p:spPr>
          <p:txBody>
            <a:bodyPr wrap="square" lIns="0" tIns="36000" rIns="0" bIns="36000" rtlCol="0">
              <a:spAutoFit/>
            </a:bodyPr>
            <a:lstStyle/>
            <a:p>
              <a:pPr lvl="0" algn="ctr">
                <a:lnSpc>
                  <a:spcPct val="150000"/>
                </a:lnSpc>
                <a:spcBef>
                  <a:spcPts val="1200"/>
                </a:spcBef>
              </a:pPr>
              <a:r>
                <a:rPr lang="en-US" b="1" dirty="0">
                  <a:solidFill>
                    <a:schemeClr val="accent6"/>
                  </a:solidFill>
                  <a:latin typeface="Arial" panose="020B0604020202020204" pitchFamily="34" charset="0"/>
                  <a:cs typeface="Arial" panose="020B0604020202020204" pitchFamily="34" charset="0"/>
                </a:rPr>
                <a:t>Esraa Tarek</a:t>
              </a:r>
              <a:br>
                <a:rPr lang="en-US" sz="1500" b="1" dirty="0">
                  <a:solidFill>
                    <a:srgbClr val="222222"/>
                  </a:solidFill>
                  <a:latin typeface="Arial" panose="020B0604020202020204" pitchFamily="34" charset="0"/>
                  <a:cs typeface="Arial" panose="020B0604020202020204" pitchFamily="34" charset="0"/>
                </a:rPr>
              </a:br>
              <a:r>
                <a:rPr lang="en-US" sz="1500" dirty="0">
                  <a:solidFill>
                    <a:schemeClr val="tx2">
                      <a:alpha val="50000"/>
                    </a:schemeClr>
                  </a:solidFill>
                  <a:latin typeface="Arial" panose="020B0604020202020204" pitchFamily="34" charset="0"/>
                  <a:cs typeface="Arial" panose="020B0604020202020204" pitchFamily="34" charset="0"/>
                </a:rPr>
                <a:t>Business</a:t>
              </a:r>
              <a:br>
                <a:rPr lang="en-US" sz="1500" dirty="0">
                  <a:solidFill>
                    <a:schemeClr val="tx2">
                      <a:alpha val="50000"/>
                    </a:schemeClr>
                  </a:solidFill>
                  <a:latin typeface="Arial" panose="020B0604020202020204" pitchFamily="34" charset="0"/>
                  <a:cs typeface="Arial" panose="020B0604020202020204" pitchFamily="34" charset="0"/>
                </a:rPr>
              </a:br>
              <a:r>
                <a:rPr lang="en-US" sz="1500" dirty="0">
                  <a:solidFill>
                    <a:schemeClr val="tx2">
                      <a:alpha val="50000"/>
                    </a:schemeClr>
                  </a:solidFill>
                  <a:latin typeface="Arial" panose="020B0604020202020204" pitchFamily="34" charset="0"/>
                  <a:cs typeface="Arial" panose="020B0604020202020204" pitchFamily="34" charset="0"/>
                </a:rPr>
                <a:t>Data Analyst</a:t>
              </a:r>
            </a:p>
          </p:txBody>
        </p:sp>
        <p:pic>
          <p:nvPicPr>
            <p:cNvPr id="47" name="Picture Placeholder 20">
              <a:extLst>
                <a:ext uri="{FF2B5EF4-FFF2-40B4-BE49-F238E27FC236}">
                  <a16:creationId xmlns:a16="http://schemas.microsoft.com/office/drawing/2014/main" id="{D02B2CDE-C333-1976-6465-BE13079022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346427" y="2963516"/>
              <a:ext cx="1393103" cy="1393103"/>
            </a:xfrm>
            <a:prstGeom prst="ellipse">
              <a:avLst/>
            </a:prstGeom>
          </p:spPr>
        </p:pic>
      </p:grpSp>
      <p:grpSp>
        <p:nvGrpSpPr>
          <p:cNvPr id="6" name="Group 5">
            <a:extLst>
              <a:ext uri="{FF2B5EF4-FFF2-40B4-BE49-F238E27FC236}">
                <a16:creationId xmlns:a16="http://schemas.microsoft.com/office/drawing/2014/main" id="{9F5478A4-CD7D-8728-E094-84EF66744A68}"/>
              </a:ext>
            </a:extLst>
          </p:cNvPr>
          <p:cNvGrpSpPr/>
          <p:nvPr/>
        </p:nvGrpSpPr>
        <p:grpSpPr>
          <a:xfrm>
            <a:off x="6178769" y="2451865"/>
            <a:ext cx="2497207" cy="3389745"/>
            <a:chOff x="6178769" y="2451865"/>
            <a:chExt cx="2497207" cy="3389745"/>
          </a:xfrm>
        </p:grpSpPr>
        <p:grpSp>
          <p:nvGrpSpPr>
            <p:cNvPr id="34" name="Group 33">
              <a:extLst>
                <a:ext uri="{FF2B5EF4-FFF2-40B4-BE49-F238E27FC236}">
                  <a16:creationId xmlns:a16="http://schemas.microsoft.com/office/drawing/2014/main" id="{062DB546-CBD2-5405-F221-62FADFFD2E1F}"/>
                </a:ext>
              </a:extLst>
            </p:cNvPr>
            <p:cNvGrpSpPr/>
            <p:nvPr/>
          </p:nvGrpSpPr>
          <p:grpSpPr>
            <a:xfrm>
              <a:off x="6178769" y="2451865"/>
              <a:ext cx="2497207" cy="3389745"/>
              <a:chOff x="8482911" y="2426288"/>
              <a:chExt cx="2238376" cy="3847512"/>
            </a:xfrm>
            <a:effectLst/>
          </p:grpSpPr>
          <p:sp>
            <p:nvSpPr>
              <p:cNvPr id="35" name="Rectangle 34">
                <a:extLst>
                  <a:ext uri="{FF2B5EF4-FFF2-40B4-BE49-F238E27FC236}">
                    <a16:creationId xmlns:a16="http://schemas.microsoft.com/office/drawing/2014/main" id="{4F1C10B2-1089-9E37-4D6A-DF12D8D8AEED}"/>
                  </a:ext>
                </a:extLst>
              </p:cNvPr>
              <p:cNvSpPr/>
              <p:nvPr/>
            </p:nvSpPr>
            <p:spPr>
              <a:xfrm>
                <a:off x="8482911" y="2426288"/>
                <a:ext cx="2238376" cy="3847512"/>
              </a:xfrm>
              <a:prstGeom prst="rect">
                <a:avLst/>
              </a:prstGeom>
              <a:solidFill>
                <a:schemeClr val="bg2"/>
              </a:soli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728000" rIns="180000" rtlCol="0" anchor="t"/>
              <a:lstStyle/>
              <a:p>
                <a:pPr algn="ctr">
                  <a:spcBef>
                    <a:spcPts val="1000"/>
                  </a:spcBef>
                </a:pPr>
                <a:endParaRPr lang="en-US" sz="1000" dirty="0">
                  <a:solidFill>
                    <a:schemeClr val="tx1">
                      <a:alpha val="70000"/>
                    </a:schemeClr>
                  </a:solidFill>
                </a:endParaRPr>
              </a:p>
            </p:txBody>
          </p:sp>
          <p:cxnSp>
            <p:nvCxnSpPr>
              <p:cNvPr id="36" name="Straight Connector 35">
                <a:extLst>
                  <a:ext uri="{FF2B5EF4-FFF2-40B4-BE49-F238E27FC236}">
                    <a16:creationId xmlns:a16="http://schemas.microsoft.com/office/drawing/2014/main" id="{D3DA927A-38E9-1CF0-864A-27D041EF4515}"/>
                  </a:ext>
                </a:extLst>
              </p:cNvPr>
              <p:cNvCxnSpPr/>
              <p:nvPr/>
            </p:nvCxnSpPr>
            <p:spPr>
              <a:xfrm>
                <a:off x="8482911" y="2455784"/>
                <a:ext cx="2235269" cy="0"/>
              </a:xfrm>
              <a:prstGeom prst="line">
                <a:avLst/>
              </a:prstGeom>
              <a:ln w="63500">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D791D2D2-EDBF-C3A9-BBDA-5A61A7B1063B}"/>
                </a:ext>
              </a:extLst>
            </p:cNvPr>
            <p:cNvSpPr txBox="1"/>
            <p:nvPr/>
          </p:nvSpPr>
          <p:spPr>
            <a:xfrm>
              <a:off x="6178770" y="4530149"/>
              <a:ext cx="2493740" cy="1137931"/>
            </a:xfrm>
            <a:prstGeom prst="rect">
              <a:avLst/>
            </a:prstGeom>
            <a:noFill/>
          </p:spPr>
          <p:txBody>
            <a:bodyPr wrap="square" lIns="0" tIns="36000" rIns="0" bIns="36000" rtlCol="0">
              <a:spAutoFit/>
            </a:bodyPr>
            <a:lstStyle/>
            <a:p>
              <a:pPr lvl="0" algn="ctr">
                <a:lnSpc>
                  <a:spcPct val="150000"/>
                </a:lnSpc>
                <a:spcBef>
                  <a:spcPts val="1200"/>
                </a:spcBef>
              </a:pPr>
              <a:r>
                <a:rPr lang="en-US" b="1" dirty="0">
                  <a:solidFill>
                    <a:schemeClr val="accent6"/>
                  </a:solidFill>
                  <a:latin typeface="Arial" panose="020B0604020202020204" pitchFamily="34" charset="0"/>
                  <a:cs typeface="Arial" panose="020B0604020202020204" pitchFamily="34" charset="0"/>
                </a:rPr>
                <a:t>Mohamed Gamal</a:t>
              </a:r>
              <a:br>
                <a:rPr lang="en-US" sz="1500" b="1" dirty="0">
                  <a:solidFill>
                    <a:srgbClr val="222222"/>
                  </a:solidFill>
                  <a:latin typeface="Arial" panose="020B0604020202020204" pitchFamily="34" charset="0"/>
                  <a:cs typeface="Arial" panose="020B0604020202020204" pitchFamily="34" charset="0"/>
                </a:rPr>
              </a:br>
              <a:r>
                <a:rPr lang="en-US" sz="1500" dirty="0">
                  <a:solidFill>
                    <a:schemeClr val="tx1">
                      <a:alpha val="50000"/>
                    </a:schemeClr>
                  </a:solidFill>
                  <a:latin typeface="Arial" panose="020B0604020202020204" pitchFamily="34" charset="0"/>
                  <a:cs typeface="Arial" panose="020B0604020202020204" pitchFamily="34" charset="0"/>
                </a:rPr>
                <a:t>Automotive Engineer</a:t>
              </a:r>
              <a:br>
                <a:rPr lang="en-US" sz="1500" dirty="0">
                  <a:solidFill>
                    <a:srgbClr val="222222">
                      <a:alpha val="50000"/>
                    </a:srgbClr>
                  </a:solidFill>
                  <a:latin typeface="Arial" panose="020B0604020202020204" pitchFamily="34" charset="0"/>
                  <a:cs typeface="Arial" panose="020B0604020202020204" pitchFamily="34" charset="0"/>
                </a:rPr>
              </a:br>
              <a:r>
                <a:rPr lang="en-US" sz="1500" dirty="0">
                  <a:solidFill>
                    <a:srgbClr val="222222">
                      <a:alpha val="50000"/>
                    </a:srgbClr>
                  </a:solidFill>
                  <a:latin typeface="Arial" panose="020B0604020202020204" pitchFamily="34" charset="0"/>
                  <a:cs typeface="Arial" panose="020B0604020202020204" pitchFamily="34" charset="0"/>
                </a:rPr>
                <a:t>Power BI Developer</a:t>
              </a:r>
              <a:endParaRPr lang="en-US" sz="1500" dirty="0">
                <a:solidFill>
                  <a:schemeClr val="tx1">
                    <a:alpha val="50000"/>
                  </a:schemeClr>
                </a:solidFill>
                <a:latin typeface="Arial" panose="020B0604020202020204" pitchFamily="34" charset="0"/>
                <a:cs typeface="Arial" panose="020B0604020202020204" pitchFamily="34" charset="0"/>
              </a:endParaRPr>
            </a:p>
          </p:txBody>
        </p:sp>
        <p:pic>
          <p:nvPicPr>
            <p:cNvPr id="48" name="Picture Placeholder 11">
              <a:extLst>
                <a:ext uri="{FF2B5EF4-FFF2-40B4-BE49-F238E27FC236}">
                  <a16:creationId xmlns:a16="http://schemas.microsoft.com/office/drawing/2014/main" id="{470C7A55-886A-DDDE-A57A-ABE92C0CA7B0}"/>
                </a:ext>
              </a:extLst>
            </p:cNvPr>
            <p:cNvPicPr>
              <a:picLocks noChangeAspect="1"/>
            </p:cNvPicPr>
            <p:nvPr/>
          </p:nvPicPr>
          <p:blipFill>
            <a:blip r:embed="rId4">
              <a:extLst>
                <a:ext uri="{28A0092B-C50C-407E-A947-70E740481C1C}">
                  <a14:useLocalDpi xmlns:a14="http://schemas.microsoft.com/office/drawing/2010/main" val="0"/>
                </a:ext>
              </a:extLst>
            </a:blip>
            <a:srcRect l="23043" r="22908" b="45951"/>
            <a:stretch>
              <a:fillRect/>
            </a:stretch>
          </p:blipFill>
          <p:spPr>
            <a:xfrm>
              <a:off x="6730821" y="2963516"/>
              <a:ext cx="1393103" cy="1393103"/>
            </a:xfrm>
            <a:prstGeom prst="ellipse">
              <a:avLst/>
            </a:prstGeom>
          </p:spPr>
        </p:pic>
      </p:grpSp>
      <p:grpSp>
        <p:nvGrpSpPr>
          <p:cNvPr id="5" name="Group 4">
            <a:extLst>
              <a:ext uri="{FF2B5EF4-FFF2-40B4-BE49-F238E27FC236}">
                <a16:creationId xmlns:a16="http://schemas.microsoft.com/office/drawing/2014/main" id="{0CE610D2-ABB8-820E-7040-D0975D546745}"/>
              </a:ext>
            </a:extLst>
          </p:cNvPr>
          <p:cNvGrpSpPr/>
          <p:nvPr/>
        </p:nvGrpSpPr>
        <p:grpSpPr>
          <a:xfrm>
            <a:off x="3572779" y="2451865"/>
            <a:ext cx="2497207" cy="3389745"/>
            <a:chOff x="3572779" y="2451865"/>
            <a:chExt cx="2497207" cy="3389745"/>
          </a:xfrm>
        </p:grpSpPr>
        <p:grpSp>
          <p:nvGrpSpPr>
            <p:cNvPr id="37" name="Group 36">
              <a:extLst>
                <a:ext uri="{FF2B5EF4-FFF2-40B4-BE49-F238E27FC236}">
                  <a16:creationId xmlns:a16="http://schemas.microsoft.com/office/drawing/2014/main" id="{91D954ED-35B1-F057-5CF9-E05F60C2A32E}"/>
                </a:ext>
              </a:extLst>
            </p:cNvPr>
            <p:cNvGrpSpPr/>
            <p:nvPr/>
          </p:nvGrpSpPr>
          <p:grpSpPr>
            <a:xfrm>
              <a:off x="3572779" y="2451865"/>
              <a:ext cx="2497207" cy="3389745"/>
              <a:chOff x="8482911" y="2426288"/>
              <a:chExt cx="2238376" cy="3847512"/>
            </a:xfrm>
            <a:effectLst/>
          </p:grpSpPr>
          <p:sp>
            <p:nvSpPr>
              <p:cNvPr id="38" name="Rectangle 37">
                <a:extLst>
                  <a:ext uri="{FF2B5EF4-FFF2-40B4-BE49-F238E27FC236}">
                    <a16:creationId xmlns:a16="http://schemas.microsoft.com/office/drawing/2014/main" id="{3B6F5DCC-2695-A6F2-3812-9F9B06AC3C62}"/>
                  </a:ext>
                </a:extLst>
              </p:cNvPr>
              <p:cNvSpPr/>
              <p:nvPr/>
            </p:nvSpPr>
            <p:spPr>
              <a:xfrm>
                <a:off x="8482911" y="2426288"/>
                <a:ext cx="2238376" cy="3847512"/>
              </a:xfrm>
              <a:prstGeom prst="rect">
                <a:avLst/>
              </a:prstGeom>
              <a:solidFill>
                <a:schemeClr val="bg2"/>
              </a:soli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728000" rIns="180000" rtlCol="0" anchor="t"/>
              <a:lstStyle/>
              <a:p>
                <a:pPr algn="ctr">
                  <a:spcBef>
                    <a:spcPts val="1000"/>
                  </a:spcBef>
                </a:pPr>
                <a:endParaRPr lang="en-US" sz="1000" dirty="0">
                  <a:solidFill>
                    <a:schemeClr val="tx1">
                      <a:alpha val="70000"/>
                    </a:schemeClr>
                  </a:solidFill>
                </a:endParaRPr>
              </a:p>
            </p:txBody>
          </p:sp>
          <p:cxnSp>
            <p:nvCxnSpPr>
              <p:cNvPr id="39" name="Straight Connector 38">
                <a:extLst>
                  <a:ext uri="{FF2B5EF4-FFF2-40B4-BE49-F238E27FC236}">
                    <a16:creationId xmlns:a16="http://schemas.microsoft.com/office/drawing/2014/main" id="{7466A988-560C-F29B-CCBB-7EB2B1A7D9F5}"/>
                  </a:ext>
                </a:extLst>
              </p:cNvPr>
              <p:cNvCxnSpPr/>
              <p:nvPr/>
            </p:nvCxnSpPr>
            <p:spPr>
              <a:xfrm>
                <a:off x="8482911" y="2455784"/>
                <a:ext cx="2235269" cy="0"/>
              </a:xfrm>
              <a:prstGeom prst="line">
                <a:avLst/>
              </a:prstGeom>
              <a:ln w="63500">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BE19FC35-68F1-75C1-67DB-FB4ADA10C335}"/>
                </a:ext>
              </a:extLst>
            </p:cNvPr>
            <p:cNvSpPr txBox="1"/>
            <p:nvPr/>
          </p:nvSpPr>
          <p:spPr>
            <a:xfrm>
              <a:off x="3572779" y="4530149"/>
              <a:ext cx="2497207" cy="1137931"/>
            </a:xfrm>
            <a:prstGeom prst="rect">
              <a:avLst/>
            </a:prstGeom>
            <a:noFill/>
          </p:spPr>
          <p:txBody>
            <a:bodyPr wrap="square" lIns="0" tIns="36000" rIns="0" bIns="36000" rtlCol="0">
              <a:spAutoFit/>
            </a:bodyPr>
            <a:lstStyle/>
            <a:p>
              <a:pPr lvl="0" algn="ctr">
                <a:lnSpc>
                  <a:spcPct val="150000"/>
                </a:lnSpc>
                <a:spcBef>
                  <a:spcPts val="1200"/>
                </a:spcBef>
              </a:pPr>
              <a:r>
                <a:rPr lang="en-US" b="1" dirty="0">
                  <a:solidFill>
                    <a:schemeClr val="accent6"/>
                  </a:solidFill>
                  <a:latin typeface="Arial" panose="020B0604020202020204" pitchFamily="34" charset="0"/>
                  <a:cs typeface="Arial" panose="020B0604020202020204" pitchFamily="34" charset="0"/>
                </a:rPr>
                <a:t>Mahmoud Fekry</a:t>
              </a:r>
              <a:br>
                <a:rPr lang="en-US" sz="1500" b="1" dirty="0">
                  <a:solidFill>
                    <a:srgbClr val="222222"/>
                  </a:solidFill>
                  <a:latin typeface="Arial" panose="020B0604020202020204" pitchFamily="34" charset="0"/>
                  <a:cs typeface="Arial" panose="020B0604020202020204" pitchFamily="34" charset="0"/>
                </a:rPr>
              </a:br>
              <a:r>
                <a:rPr lang="en-US" sz="1500" dirty="0">
                  <a:solidFill>
                    <a:srgbClr val="222222">
                      <a:alpha val="50000"/>
                    </a:srgbClr>
                  </a:solidFill>
                  <a:latin typeface="Arial" panose="020B0604020202020204" pitchFamily="34" charset="0"/>
                  <a:cs typeface="Arial" panose="020B0604020202020204" pitchFamily="34" charset="0"/>
                </a:rPr>
                <a:t>Industrial Engineer</a:t>
              </a:r>
              <a:br>
                <a:rPr lang="en-US" sz="1500" dirty="0">
                  <a:solidFill>
                    <a:srgbClr val="222222">
                      <a:alpha val="50000"/>
                    </a:srgbClr>
                  </a:solidFill>
                  <a:latin typeface="Arial" panose="020B0604020202020204" pitchFamily="34" charset="0"/>
                  <a:cs typeface="Arial" panose="020B0604020202020204" pitchFamily="34" charset="0"/>
                </a:rPr>
              </a:br>
              <a:r>
                <a:rPr lang="en-US" sz="1500" dirty="0">
                  <a:solidFill>
                    <a:srgbClr val="222222">
                      <a:alpha val="50000"/>
                    </a:srgbClr>
                  </a:solidFill>
                  <a:latin typeface="Arial" panose="020B0604020202020204" pitchFamily="34" charset="0"/>
                  <a:cs typeface="Arial" panose="020B0604020202020204" pitchFamily="34" charset="0"/>
                </a:rPr>
                <a:t>Power BI Developer</a:t>
              </a:r>
            </a:p>
          </p:txBody>
        </p:sp>
        <p:pic>
          <p:nvPicPr>
            <p:cNvPr id="49" name="Picture Placeholder 15">
              <a:extLst>
                <a:ext uri="{FF2B5EF4-FFF2-40B4-BE49-F238E27FC236}">
                  <a16:creationId xmlns:a16="http://schemas.microsoft.com/office/drawing/2014/main" id="{122CD9A6-F36B-C455-C351-2E9B99340AA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124831" y="2963516"/>
              <a:ext cx="1393103" cy="1393103"/>
            </a:xfrm>
            <a:prstGeom prst="ellipse">
              <a:avLst/>
            </a:prstGeom>
          </p:spPr>
        </p:pic>
      </p:grpSp>
      <p:grpSp>
        <p:nvGrpSpPr>
          <p:cNvPr id="4" name="Group 3">
            <a:extLst>
              <a:ext uri="{FF2B5EF4-FFF2-40B4-BE49-F238E27FC236}">
                <a16:creationId xmlns:a16="http://schemas.microsoft.com/office/drawing/2014/main" id="{CA681EC4-A678-17F2-9001-CC3065489E2A}"/>
              </a:ext>
            </a:extLst>
          </p:cNvPr>
          <p:cNvGrpSpPr/>
          <p:nvPr/>
        </p:nvGrpSpPr>
        <p:grpSpPr>
          <a:xfrm>
            <a:off x="963708" y="2451865"/>
            <a:ext cx="2497207" cy="3389745"/>
            <a:chOff x="963708" y="2451865"/>
            <a:chExt cx="2497207" cy="3389745"/>
          </a:xfrm>
        </p:grpSpPr>
        <p:grpSp>
          <p:nvGrpSpPr>
            <p:cNvPr id="40" name="Group 39">
              <a:extLst>
                <a:ext uri="{FF2B5EF4-FFF2-40B4-BE49-F238E27FC236}">
                  <a16:creationId xmlns:a16="http://schemas.microsoft.com/office/drawing/2014/main" id="{E14616F6-712E-0FD3-7DF3-668234A4369D}"/>
                </a:ext>
              </a:extLst>
            </p:cNvPr>
            <p:cNvGrpSpPr/>
            <p:nvPr/>
          </p:nvGrpSpPr>
          <p:grpSpPr>
            <a:xfrm>
              <a:off x="963708" y="2451865"/>
              <a:ext cx="2497207" cy="3389745"/>
              <a:chOff x="8482911" y="2426288"/>
              <a:chExt cx="2238376" cy="3847512"/>
            </a:xfrm>
            <a:effectLst/>
          </p:grpSpPr>
          <p:sp>
            <p:nvSpPr>
              <p:cNvPr id="41" name="Rectangle 40">
                <a:extLst>
                  <a:ext uri="{FF2B5EF4-FFF2-40B4-BE49-F238E27FC236}">
                    <a16:creationId xmlns:a16="http://schemas.microsoft.com/office/drawing/2014/main" id="{63EC6089-0294-C7A3-5B2D-29C007239814}"/>
                  </a:ext>
                </a:extLst>
              </p:cNvPr>
              <p:cNvSpPr/>
              <p:nvPr/>
            </p:nvSpPr>
            <p:spPr>
              <a:xfrm>
                <a:off x="8482911" y="2426288"/>
                <a:ext cx="2238376" cy="3847512"/>
              </a:xfrm>
              <a:prstGeom prst="rect">
                <a:avLst/>
              </a:prstGeom>
              <a:solidFill>
                <a:schemeClr val="bg2"/>
              </a:soli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728000" rIns="180000" rtlCol="0" anchor="t"/>
              <a:lstStyle/>
              <a:p>
                <a:pPr algn="ctr">
                  <a:spcBef>
                    <a:spcPts val="1000"/>
                  </a:spcBef>
                </a:pPr>
                <a:endParaRPr lang="en-US" sz="1000" dirty="0">
                  <a:solidFill>
                    <a:schemeClr val="tx1">
                      <a:alpha val="70000"/>
                    </a:schemeClr>
                  </a:solidFill>
                </a:endParaRPr>
              </a:p>
            </p:txBody>
          </p:sp>
          <p:cxnSp>
            <p:nvCxnSpPr>
              <p:cNvPr id="42" name="Straight Connector 41">
                <a:extLst>
                  <a:ext uri="{FF2B5EF4-FFF2-40B4-BE49-F238E27FC236}">
                    <a16:creationId xmlns:a16="http://schemas.microsoft.com/office/drawing/2014/main" id="{6F7DA622-B59A-BF04-7765-5E09FBB291F2}"/>
                  </a:ext>
                </a:extLst>
              </p:cNvPr>
              <p:cNvCxnSpPr/>
              <p:nvPr/>
            </p:nvCxnSpPr>
            <p:spPr>
              <a:xfrm>
                <a:off x="8482911" y="2455784"/>
                <a:ext cx="2235269" cy="0"/>
              </a:xfrm>
              <a:prstGeom prst="line">
                <a:avLst/>
              </a:prstGeom>
              <a:ln w="63500">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4686FB8A-D855-AE0E-E987-CEC59A87C453}"/>
                </a:ext>
              </a:extLst>
            </p:cNvPr>
            <p:cNvSpPr txBox="1"/>
            <p:nvPr/>
          </p:nvSpPr>
          <p:spPr>
            <a:xfrm>
              <a:off x="963708" y="4530149"/>
              <a:ext cx="2493741" cy="1137931"/>
            </a:xfrm>
            <a:prstGeom prst="rect">
              <a:avLst/>
            </a:prstGeom>
            <a:noFill/>
          </p:spPr>
          <p:txBody>
            <a:bodyPr wrap="square" lIns="0" tIns="36000" rIns="0" bIns="36000" rtlCol="0">
              <a:spAutoFit/>
            </a:bodyPr>
            <a:lstStyle/>
            <a:p>
              <a:pPr algn="ctr">
                <a:lnSpc>
                  <a:spcPct val="150000"/>
                </a:lnSpc>
                <a:spcBef>
                  <a:spcPts val="1200"/>
                </a:spcBef>
              </a:pPr>
              <a:r>
                <a:rPr lang="en-US" b="1" dirty="0">
                  <a:solidFill>
                    <a:schemeClr val="accent6"/>
                  </a:solidFill>
                  <a:latin typeface="Arial" panose="020B0604020202020204" pitchFamily="34" charset="0"/>
                  <a:cs typeface="Arial" panose="020B0604020202020204" pitchFamily="34" charset="0"/>
                </a:rPr>
                <a:t>Mohamed Khaled</a:t>
              </a:r>
              <a:br>
                <a:rPr lang="en-US" sz="1500" b="1" dirty="0">
                  <a:latin typeface="Arial" panose="020B0604020202020204" pitchFamily="34" charset="0"/>
                  <a:cs typeface="Arial" panose="020B0604020202020204" pitchFamily="34" charset="0"/>
                </a:rPr>
              </a:br>
              <a:r>
                <a:rPr lang="en-US" sz="1500" dirty="0">
                  <a:solidFill>
                    <a:schemeClr val="tx1">
                      <a:alpha val="50000"/>
                    </a:schemeClr>
                  </a:solidFill>
                  <a:latin typeface="Arial" panose="020B0604020202020204" pitchFamily="34" charset="0"/>
                  <a:cs typeface="Arial" panose="020B0604020202020204" pitchFamily="34" charset="0"/>
                </a:rPr>
                <a:t>Civil Engineer</a:t>
              </a:r>
              <a:br>
                <a:rPr lang="en-US" sz="1500" dirty="0">
                  <a:solidFill>
                    <a:schemeClr val="tx1">
                      <a:alpha val="50000"/>
                    </a:schemeClr>
                  </a:solidFill>
                  <a:latin typeface="Arial" panose="020B0604020202020204" pitchFamily="34" charset="0"/>
                  <a:cs typeface="Arial" panose="020B0604020202020204" pitchFamily="34" charset="0"/>
                </a:rPr>
              </a:br>
              <a:r>
                <a:rPr lang="en-US" sz="1500" dirty="0">
                  <a:solidFill>
                    <a:schemeClr val="tx1">
                      <a:alpha val="50000"/>
                    </a:schemeClr>
                  </a:solidFill>
                  <a:latin typeface="Arial" panose="020B0604020202020204" pitchFamily="34" charset="0"/>
                  <a:cs typeface="Arial" panose="020B0604020202020204" pitchFamily="34" charset="0"/>
                </a:rPr>
                <a:t>Data Analyst</a:t>
              </a:r>
            </a:p>
          </p:txBody>
        </p:sp>
        <p:pic>
          <p:nvPicPr>
            <p:cNvPr id="50" name="Picture Placeholder 18">
              <a:extLst>
                <a:ext uri="{FF2B5EF4-FFF2-40B4-BE49-F238E27FC236}">
                  <a16:creationId xmlns:a16="http://schemas.microsoft.com/office/drawing/2014/main" id="{CADD62CC-5CEA-8C49-C19F-1D0F51CD9E9F}"/>
                </a:ext>
              </a:extLst>
            </p:cNvPr>
            <p:cNvPicPr>
              <a:picLocks noChangeAspect="1"/>
            </p:cNvPicPr>
            <p:nvPr/>
          </p:nvPicPr>
          <p:blipFill>
            <a:blip r:embed="rId6">
              <a:extLst>
                <a:ext uri="{28A0092B-C50C-407E-A947-70E740481C1C}">
                  <a14:useLocalDpi xmlns:a14="http://schemas.microsoft.com/office/drawing/2010/main" val="0"/>
                </a:ext>
              </a:extLst>
            </a:blip>
            <a:srcRect l="12453" t="4783" r="14673" b="22343"/>
            <a:stretch>
              <a:fillRect/>
            </a:stretch>
          </p:blipFill>
          <p:spPr>
            <a:xfrm>
              <a:off x="1515760" y="2963516"/>
              <a:ext cx="1393103" cy="1393103"/>
            </a:xfrm>
            <a:prstGeom prst="ellipse">
              <a:avLst/>
            </a:prstGeom>
          </p:spPr>
        </p:pic>
      </p:grpSp>
    </p:spTree>
    <p:extLst>
      <p:ext uri="{BB962C8B-B14F-4D97-AF65-F5344CB8AC3E}">
        <p14:creationId xmlns:p14="http://schemas.microsoft.com/office/powerpoint/2010/main" val="121229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BB356-B558-E90E-231B-09BC19F68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AE71B-D060-55B7-3B26-9EAC3515C21A}"/>
              </a:ext>
            </a:extLst>
          </p:cNvPr>
          <p:cNvSpPr>
            <a:spLocks noGrp="1"/>
          </p:cNvSpPr>
          <p:nvPr>
            <p:ph type="title"/>
          </p:nvPr>
        </p:nvSpPr>
        <p:spPr/>
        <p:txBody>
          <a:bodyPr/>
          <a:lstStyle/>
          <a:p>
            <a:pPr lvl="0">
              <a:lnSpc>
                <a:spcPct val="100000"/>
              </a:lnSpc>
              <a:defRPr/>
            </a:pPr>
            <a:r>
              <a:rPr lang="en-US" dirty="0"/>
              <a:t>Project</a:t>
            </a:r>
            <a:br>
              <a:rPr lang="en-US" dirty="0">
                <a:solidFill>
                  <a:schemeClr val="accent1"/>
                </a:solidFill>
              </a:rPr>
            </a:br>
            <a:r>
              <a:rPr lang="en-US" dirty="0">
                <a:solidFill>
                  <a:schemeClr val="accent1"/>
                </a:solidFill>
              </a:rPr>
              <a:t>Objective</a:t>
            </a:r>
          </a:p>
        </p:txBody>
      </p:sp>
      <p:sp>
        <p:nvSpPr>
          <p:cNvPr id="5" name="TextBox 4">
            <a:extLst>
              <a:ext uri="{FF2B5EF4-FFF2-40B4-BE49-F238E27FC236}">
                <a16:creationId xmlns:a16="http://schemas.microsoft.com/office/drawing/2014/main" id="{E576BC8C-5C6E-E751-C2C9-16E86944185F}"/>
              </a:ext>
            </a:extLst>
          </p:cNvPr>
          <p:cNvSpPr txBox="1"/>
          <p:nvPr/>
        </p:nvSpPr>
        <p:spPr>
          <a:xfrm>
            <a:off x="2028822" y="2475061"/>
            <a:ext cx="6865012" cy="1247640"/>
          </a:xfrm>
          <a:prstGeom prst="rect">
            <a:avLst/>
          </a:prstGeom>
          <a:noFill/>
        </p:spPr>
        <p:txBody>
          <a:bodyPr wrap="square" lIns="0" tIns="36000" rIns="216000" bIns="36000" rtlCol="0">
            <a:spAutoFit/>
          </a:bodyPr>
          <a:lstStyle/>
          <a:p>
            <a:pPr>
              <a:lnSpc>
                <a:spcPct val="130000"/>
              </a:lnSpc>
              <a:spcBef>
                <a:spcPts val="1000"/>
              </a:spcBef>
            </a:pPr>
            <a:r>
              <a:rPr lang="en-US" sz="1500" dirty="0">
                <a:solidFill>
                  <a:srgbClr val="222222"/>
                </a:solidFill>
              </a:rPr>
              <a:t>Use historical orders and shipping data (2015–2018) to build interactive Power BI dashboards that optimize the supply chain by answering business questions about sales, product performance, customer value, and delivery performance.</a:t>
            </a:r>
          </a:p>
        </p:txBody>
      </p:sp>
    </p:spTree>
    <p:extLst>
      <p:ext uri="{BB962C8B-B14F-4D97-AF65-F5344CB8AC3E}">
        <p14:creationId xmlns:p14="http://schemas.microsoft.com/office/powerpoint/2010/main" val="74036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50000"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CF9C-B3FD-5ADA-0F47-09F821DD0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CCFDE-A387-29CB-F2B1-A07610E9B26D}"/>
              </a:ext>
            </a:extLst>
          </p:cNvPr>
          <p:cNvSpPr>
            <a:spLocks noGrp="1"/>
          </p:cNvSpPr>
          <p:nvPr>
            <p:ph type="title"/>
          </p:nvPr>
        </p:nvSpPr>
        <p:spPr/>
        <p:txBody>
          <a:bodyPr/>
          <a:lstStyle/>
          <a:p>
            <a:pPr>
              <a:lnSpc>
                <a:spcPct val="100000"/>
              </a:lnSpc>
            </a:pPr>
            <a:r>
              <a:rPr lang="en-US" dirty="0"/>
              <a:t>Data</a:t>
            </a:r>
            <a:br>
              <a:rPr lang="en-US" dirty="0">
                <a:solidFill>
                  <a:schemeClr val="accent1"/>
                </a:solidFill>
              </a:rPr>
            </a:br>
            <a:r>
              <a:rPr lang="en-US" dirty="0">
                <a:solidFill>
                  <a:schemeClr val="accent1"/>
                </a:solidFill>
              </a:rPr>
              <a:t>Source</a:t>
            </a:r>
            <a:endParaRPr lang="en-US" dirty="0"/>
          </a:p>
        </p:txBody>
      </p:sp>
      <p:sp>
        <p:nvSpPr>
          <p:cNvPr id="6" name="Rectangle 5">
            <a:extLst>
              <a:ext uri="{FF2B5EF4-FFF2-40B4-BE49-F238E27FC236}">
                <a16:creationId xmlns:a16="http://schemas.microsoft.com/office/drawing/2014/main" id="{D1E8D74D-59E3-AA89-F721-82DFFA976D39}"/>
              </a:ext>
            </a:extLst>
          </p:cNvPr>
          <p:cNvSpPr/>
          <p:nvPr/>
        </p:nvSpPr>
        <p:spPr>
          <a:xfrm>
            <a:off x="1571625" y="2476932"/>
            <a:ext cx="5002911"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b="1" dirty="0"/>
              <a:t>DataCo Smart Supply Chain Dataset</a:t>
            </a:r>
          </a:p>
        </p:txBody>
      </p:sp>
      <p:sp>
        <p:nvSpPr>
          <p:cNvPr id="7" name="TextBox 6">
            <a:extLst>
              <a:ext uri="{FF2B5EF4-FFF2-40B4-BE49-F238E27FC236}">
                <a16:creationId xmlns:a16="http://schemas.microsoft.com/office/drawing/2014/main" id="{7CD57403-2719-833A-C8A4-584568AB9F50}"/>
              </a:ext>
            </a:extLst>
          </p:cNvPr>
          <p:cNvSpPr txBox="1"/>
          <p:nvPr/>
        </p:nvSpPr>
        <p:spPr>
          <a:xfrm>
            <a:off x="2028822" y="3170005"/>
            <a:ext cx="6865012" cy="1976045"/>
          </a:xfrm>
          <a:prstGeom prst="rect">
            <a:avLst/>
          </a:prstGeom>
          <a:noFill/>
        </p:spPr>
        <p:txBody>
          <a:bodyPr wrap="square" lIns="0" tIns="36000" rIns="216000" bIns="36000" rtlCol="0">
            <a:spAutoFit/>
          </a:bodyPr>
          <a:lstStyle/>
          <a:p>
            <a:pPr>
              <a:lnSpc>
                <a:spcPct val="130000"/>
              </a:lnSpc>
              <a:spcBef>
                <a:spcPts val="1000"/>
              </a:spcBef>
            </a:pPr>
            <a:r>
              <a:rPr lang="en-US" sz="1500" dirty="0">
                <a:solidFill>
                  <a:srgbClr val="222222"/>
                </a:solidFill>
              </a:rPr>
              <a:t>The dataset offers a rich collection of records simulating a global supply chain ecosystem. The dataset was sourced from </a:t>
            </a:r>
            <a:r>
              <a:rPr lang="en-US" sz="1500" b="1" dirty="0">
                <a:solidFill>
                  <a:srgbClr val="222222"/>
                </a:solidFill>
              </a:rPr>
              <a:t>Kaggle</a:t>
            </a:r>
            <a:r>
              <a:rPr lang="en-US" sz="1500" dirty="0">
                <a:solidFill>
                  <a:srgbClr val="222222"/>
                </a:solidFill>
              </a:rPr>
              <a:t> and contains detailed records related to customer orders, products, shipping, delivery, and financials. It includes </a:t>
            </a:r>
            <a:r>
              <a:rPr lang="en-US" sz="1500" b="1" dirty="0">
                <a:solidFill>
                  <a:srgbClr val="222222"/>
                </a:solidFill>
              </a:rPr>
              <a:t>18,000+ observations </a:t>
            </a:r>
            <a:r>
              <a:rPr lang="en-US" sz="1500" dirty="0">
                <a:solidFill>
                  <a:srgbClr val="222222"/>
                </a:solidFill>
              </a:rPr>
              <a:t>and </a:t>
            </a:r>
            <a:r>
              <a:rPr lang="en-US" sz="1500" b="1" dirty="0">
                <a:solidFill>
                  <a:srgbClr val="222222"/>
                </a:solidFill>
              </a:rPr>
              <a:t>50+ features</a:t>
            </a:r>
            <a:r>
              <a:rPr lang="en-US" sz="1500" dirty="0">
                <a:solidFill>
                  <a:srgbClr val="222222"/>
                </a:solidFill>
              </a:rPr>
              <a:t>.</a:t>
            </a:r>
          </a:p>
          <a:p>
            <a:pPr>
              <a:lnSpc>
                <a:spcPct val="130000"/>
              </a:lnSpc>
              <a:spcBef>
                <a:spcPts val="1000"/>
              </a:spcBef>
            </a:pPr>
            <a:r>
              <a:rPr lang="en-US" sz="1500" dirty="0">
                <a:solidFill>
                  <a:srgbClr val="222222"/>
                </a:solidFill>
              </a:rPr>
              <a:t>The data reflects multiple regions and business processes, allowing us to explore the inner workings of a smart supply chain system.</a:t>
            </a:r>
          </a:p>
        </p:txBody>
      </p:sp>
    </p:spTree>
    <p:extLst>
      <p:ext uri="{BB962C8B-B14F-4D97-AF65-F5344CB8AC3E}">
        <p14:creationId xmlns:p14="http://schemas.microsoft.com/office/powerpoint/2010/main" val="258303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AC8F2-BBAB-CE93-C0AB-45BBECE6D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A7A3E-7DFE-1D04-ADDA-F0A05ECB421D}"/>
              </a:ext>
            </a:extLst>
          </p:cNvPr>
          <p:cNvSpPr>
            <a:spLocks noGrp="1"/>
          </p:cNvSpPr>
          <p:nvPr>
            <p:ph type="title"/>
          </p:nvPr>
        </p:nvSpPr>
        <p:spPr/>
        <p:txBody>
          <a:bodyPr/>
          <a:lstStyle/>
          <a:p>
            <a:pPr>
              <a:lnSpc>
                <a:spcPct val="100000"/>
              </a:lnSpc>
            </a:pPr>
            <a:r>
              <a:rPr lang="en-US" dirty="0"/>
              <a:t>Data</a:t>
            </a:r>
            <a:br>
              <a:rPr lang="en-US" dirty="0">
                <a:solidFill>
                  <a:schemeClr val="accent1"/>
                </a:solidFill>
              </a:rPr>
            </a:br>
            <a:r>
              <a:rPr lang="en-US" dirty="0">
                <a:solidFill>
                  <a:schemeClr val="accent1"/>
                </a:solidFill>
              </a:rPr>
              <a:t>Source</a:t>
            </a:r>
            <a:endParaRPr lang="en-US" dirty="0"/>
          </a:p>
        </p:txBody>
      </p:sp>
      <p:sp>
        <p:nvSpPr>
          <p:cNvPr id="6" name="Rectangle 5">
            <a:extLst>
              <a:ext uri="{FF2B5EF4-FFF2-40B4-BE49-F238E27FC236}">
                <a16:creationId xmlns:a16="http://schemas.microsoft.com/office/drawing/2014/main" id="{4BCAEFBB-2B84-BD94-8462-29DF9F2EFBFA}"/>
              </a:ext>
            </a:extLst>
          </p:cNvPr>
          <p:cNvSpPr/>
          <p:nvPr/>
        </p:nvSpPr>
        <p:spPr>
          <a:xfrm>
            <a:off x="1571625" y="2476932"/>
            <a:ext cx="2698623"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b="1" dirty="0"/>
              <a:t>Data Summary</a:t>
            </a:r>
          </a:p>
        </p:txBody>
      </p:sp>
      <p:sp>
        <p:nvSpPr>
          <p:cNvPr id="7" name="TextBox 6">
            <a:extLst>
              <a:ext uri="{FF2B5EF4-FFF2-40B4-BE49-F238E27FC236}">
                <a16:creationId xmlns:a16="http://schemas.microsoft.com/office/drawing/2014/main" id="{0F4B6CB7-6149-83E0-03A2-5AC1213F6848}"/>
              </a:ext>
            </a:extLst>
          </p:cNvPr>
          <p:cNvSpPr txBox="1"/>
          <p:nvPr/>
        </p:nvSpPr>
        <p:spPr>
          <a:xfrm>
            <a:off x="2028822" y="3170005"/>
            <a:ext cx="6865012" cy="3004531"/>
          </a:xfrm>
          <a:prstGeom prst="rect">
            <a:avLst/>
          </a:prstGeom>
          <a:noFill/>
        </p:spPr>
        <p:txBody>
          <a:bodyPr wrap="square" lIns="0" tIns="36000" rIns="216000" bIns="36000" rtlCol="0">
            <a:spAutoFit/>
          </a:bodyPr>
          <a:lstStyle/>
          <a:p>
            <a:pPr>
              <a:lnSpc>
                <a:spcPct val="130000"/>
              </a:lnSpc>
              <a:spcBef>
                <a:spcPts val="1000"/>
              </a:spcBef>
            </a:pPr>
            <a:r>
              <a:rPr lang="en-US" sz="1500" b="1" dirty="0">
                <a:solidFill>
                  <a:srgbClr val="222222"/>
                </a:solidFill>
              </a:rPr>
              <a:t>Timeline:</a:t>
            </a:r>
            <a:br>
              <a:rPr lang="en-US" sz="1500" dirty="0">
                <a:solidFill>
                  <a:srgbClr val="222222"/>
                </a:solidFill>
              </a:rPr>
            </a:br>
            <a:r>
              <a:rPr lang="en-US" sz="1500" dirty="0">
                <a:solidFill>
                  <a:srgbClr val="222222"/>
                </a:solidFill>
              </a:rPr>
              <a:t>2015 – 2018</a:t>
            </a:r>
          </a:p>
          <a:p>
            <a:pPr>
              <a:lnSpc>
                <a:spcPct val="130000"/>
              </a:lnSpc>
              <a:spcBef>
                <a:spcPts val="1000"/>
              </a:spcBef>
            </a:pPr>
            <a:r>
              <a:rPr lang="en-US" sz="1500" b="1" dirty="0">
                <a:solidFill>
                  <a:srgbClr val="222222"/>
                </a:solidFill>
              </a:rPr>
              <a:t>Customer:</a:t>
            </a:r>
            <a:br>
              <a:rPr lang="en-US" sz="1500" dirty="0">
                <a:solidFill>
                  <a:srgbClr val="222222"/>
                </a:solidFill>
              </a:rPr>
            </a:br>
            <a:r>
              <a:rPr lang="en-US" sz="1500" dirty="0">
                <a:solidFill>
                  <a:srgbClr val="222222"/>
                </a:solidFill>
              </a:rPr>
              <a:t>3 Customer segments (Consumer , Corporate , Home Office)</a:t>
            </a:r>
            <a:br>
              <a:rPr lang="en-US" sz="1500" dirty="0">
                <a:solidFill>
                  <a:srgbClr val="222222"/>
                </a:solidFill>
              </a:rPr>
            </a:br>
            <a:r>
              <a:rPr lang="en-US" sz="1500" dirty="0">
                <a:solidFill>
                  <a:srgbClr val="222222"/>
                </a:solidFill>
              </a:rPr>
              <a:t>5 Markets (Africa , Europe , LATAM, …)</a:t>
            </a:r>
          </a:p>
          <a:p>
            <a:pPr>
              <a:lnSpc>
                <a:spcPct val="130000"/>
              </a:lnSpc>
              <a:spcBef>
                <a:spcPts val="1000"/>
              </a:spcBef>
            </a:pPr>
            <a:r>
              <a:rPr lang="en-US" sz="1500" b="1" dirty="0">
                <a:solidFill>
                  <a:srgbClr val="222222"/>
                </a:solidFill>
              </a:rPr>
              <a:t>Product:</a:t>
            </a:r>
            <a:br>
              <a:rPr lang="en-US" sz="1500" dirty="0">
                <a:solidFill>
                  <a:srgbClr val="222222"/>
                </a:solidFill>
              </a:rPr>
            </a:br>
            <a:r>
              <a:rPr lang="en-US" sz="1500" dirty="0">
                <a:solidFill>
                  <a:srgbClr val="222222"/>
                </a:solidFill>
              </a:rPr>
              <a:t>12 Departments (Fitness, Footwear, Golf, ...)</a:t>
            </a:r>
            <a:br>
              <a:rPr lang="en-US" sz="1500" dirty="0">
                <a:solidFill>
                  <a:srgbClr val="222222"/>
                </a:solidFill>
              </a:rPr>
            </a:br>
            <a:r>
              <a:rPr lang="en-US" sz="1500" dirty="0">
                <a:solidFill>
                  <a:srgbClr val="222222"/>
                </a:solidFill>
              </a:rPr>
              <a:t>76 Categories (Accessories, Baby, Books, ...)</a:t>
            </a:r>
            <a:br>
              <a:rPr lang="en-US" sz="1500" dirty="0">
                <a:solidFill>
                  <a:srgbClr val="222222"/>
                </a:solidFill>
              </a:rPr>
            </a:br>
            <a:r>
              <a:rPr lang="en-US" sz="1500" dirty="0">
                <a:solidFill>
                  <a:srgbClr val="222222"/>
                </a:solidFill>
              </a:rPr>
              <a:t>1363 Products (Smart Watch, Web Camera, Rock Music, ...)</a:t>
            </a:r>
          </a:p>
        </p:txBody>
      </p:sp>
    </p:spTree>
    <p:extLst>
      <p:ext uri="{BB962C8B-B14F-4D97-AF65-F5344CB8AC3E}">
        <p14:creationId xmlns:p14="http://schemas.microsoft.com/office/powerpoint/2010/main" val="368371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161E-FC0B-9A11-137D-C8C8A8ACE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11E11-0B74-F9FD-6F2F-2874E830D736}"/>
              </a:ext>
            </a:extLst>
          </p:cNvPr>
          <p:cNvSpPr>
            <a:spLocks noGrp="1"/>
          </p:cNvSpPr>
          <p:nvPr>
            <p:ph type="title"/>
          </p:nvPr>
        </p:nvSpPr>
        <p:spPr/>
        <p:txBody>
          <a:bodyPr/>
          <a:lstStyle/>
          <a:p>
            <a:pPr>
              <a:lnSpc>
                <a:spcPct val="100000"/>
              </a:lnSpc>
            </a:pPr>
            <a:r>
              <a:rPr lang="en-US" dirty="0"/>
              <a:t>Data</a:t>
            </a:r>
            <a:br>
              <a:rPr lang="en-US" dirty="0">
                <a:solidFill>
                  <a:schemeClr val="accent1"/>
                </a:solidFill>
              </a:rPr>
            </a:br>
            <a:r>
              <a:rPr lang="en-US" dirty="0">
                <a:solidFill>
                  <a:schemeClr val="accent1"/>
                </a:solidFill>
              </a:rPr>
              <a:t>Source</a:t>
            </a:r>
            <a:endParaRPr lang="en-US" dirty="0"/>
          </a:p>
        </p:txBody>
      </p:sp>
      <p:sp>
        <p:nvSpPr>
          <p:cNvPr id="6" name="Rectangle 5">
            <a:extLst>
              <a:ext uri="{FF2B5EF4-FFF2-40B4-BE49-F238E27FC236}">
                <a16:creationId xmlns:a16="http://schemas.microsoft.com/office/drawing/2014/main" id="{5F9F22DA-A418-C9D5-7DC7-6DB5D2613605}"/>
              </a:ext>
            </a:extLst>
          </p:cNvPr>
          <p:cNvSpPr/>
          <p:nvPr/>
        </p:nvSpPr>
        <p:spPr>
          <a:xfrm>
            <a:off x="1571625" y="2476932"/>
            <a:ext cx="2698623"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b="1" dirty="0"/>
              <a:t>Data Summary</a:t>
            </a:r>
          </a:p>
        </p:txBody>
      </p:sp>
      <p:sp>
        <p:nvSpPr>
          <p:cNvPr id="7" name="TextBox 6">
            <a:extLst>
              <a:ext uri="{FF2B5EF4-FFF2-40B4-BE49-F238E27FC236}">
                <a16:creationId xmlns:a16="http://schemas.microsoft.com/office/drawing/2014/main" id="{3AA5A551-F6EC-C9CF-73C0-77D0DEFE667E}"/>
              </a:ext>
            </a:extLst>
          </p:cNvPr>
          <p:cNvSpPr txBox="1"/>
          <p:nvPr/>
        </p:nvSpPr>
        <p:spPr>
          <a:xfrm>
            <a:off x="2028822" y="3170005"/>
            <a:ext cx="6865012" cy="2876291"/>
          </a:xfrm>
          <a:prstGeom prst="rect">
            <a:avLst/>
          </a:prstGeom>
          <a:noFill/>
        </p:spPr>
        <p:txBody>
          <a:bodyPr wrap="square" lIns="0" tIns="36000" rIns="216000" bIns="36000" rtlCol="0">
            <a:spAutoFit/>
          </a:bodyPr>
          <a:lstStyle/>
          <a:p>
            <a:pPr>
              <a:lnSpc>
                <a:spcPct val="130000"/>
              </a:lnSpc>
              <a:spcBef>
                <a:spcPts val="1000"/>
              </a:spcBef>
            </a:pPr>
            <a:r>
              <a:rPr lang="en-US" sz="1500" b="1" dirty="0">
                <a:solidFill>
                  <a:srgbClr val="222222"/>
                </a:solidFill>
              </a:rPr>
              <a:t>Order:</a:t>
            </a:r>
            <a:br>
              <a:rPr lang="en-US" sz="1500" b="1" dirty="0">
                <a:solidFill>
                  <a:srgbClr val="222222"/>
                </a:solidFill>
              </a:rPr>
            </a:br>
            <a:r>
              <a:rPr lang="en-US" sz="1500" dirty="0">
                <a:solidFill>
                  <a:srgbClr val="222222"/>
                </a:solidFill>
              </a:rPr>
              <a:t>4 Payment types (CASH, DEPIT, ...)</a:t>
            </a:r>
            <a:br>
              <a:rPr lang="en-US" sz="1500" dirty="0">
                <a:solidFill>
                  <a:srgbClr val="222222"/>
                </a:solidFill>
              </a:rPr>
            </a:br>
            <a:r>
              <a:rPr lang="en-US" sz="1500" dirty="0">
                <a:solidFill>
                  <a:srgbClr val="222222"/>
                </a:solidFill>
              </a:rPr>
              <a:t>9 Order statuses (Complete, Canceled, Pending, ...)</a:t>
            </a:r>
            <a:br>
              <a:rPr lang="en-US" sz="1500" dirty="0">
                <a:solidFill>
                  <a:srgbClr val="222222"/>
                </a:solidFill>
              </a:rPr>
            </a:br>
            <a:r>
              <a:rPr lang="en-US" sz="1500" dirty="0">
                <a:solidFill>
                  <a:srgbClr val="222222"/>
                </a:solidFill>
              </a:rPr>
              <a:t>Profit and Loss</a:t>
            </a:r>
          </a:p>
          <a:p>
            <a:pPr>
              <a:lnSpc>
                <a:spcPct val="130000"/>
              </a:lnSpc>
              <a:spcBef>
                <a:spcPts val="1000"/>
              </a:spcBef>
            </a:pPr>
            <a:r>
              <a:rPr lang="en-US" sz="1500" b="1" dirty="0">
                <a:solidFill>
                  <a:srgbClr val="222222"/>
                </a:solidFill>
              </a:rPr>
              <a:t>Shipping:</a:t>
            </a:r>
            <a:br>
              <a:rPr lang="en-US" sz="1500" b="1" dirty="0">
                <a:solidFill>
                  <a:srgbClr val="222222"/>
                </a:solidFill>
              </a:rPr>
            </a:br>
            <a:r>
              <a:rPr lang="en-US" sz="1500" dirty="0">
                <a:solidFill>
                  <a:srgbClr val="222222"/>
                </a:solidFill>
              </a:rPr>
              <a:t>4 Shipping modes (First class, Standard class, Same day, ...)</a:t>
            </a:r>
            <a:br>
              <a:rPr lang="en-US" sz="1500" dirty="0">
                <a:solidFill>
                  <a:srgbClr val="222222"/>
                </a:solidFill>
              </a:rPr>
            </a:br>
            <a:r>
              <a:rPr lang="en-US" sz="1500" dirty="0">
                <a:solidFill>
                  <a:srgbClr val="222222"/>
                </a:solidFill>
              </a:rPr>
              <a:t>0-4 Days of shipping (Scheduled)</a:t>
            </a:r>
            <a:br>
              <a:rPr lang="en-US" sz="1500" dirty="0">
                <a:solidFill>
                  <a:srgbClr val="222222"/>
                </a:solidFill>
              </a:rPr>
            </a:br>
            <a:r>
              <a:rPr lang="en-US" sz="1500" dirty="0">
                <a:solidFill>
                  <a:srgbClr val="222222"/>
                </a:solidFill>
              </a:rPr>
              <a:t>0-6 Days of shipping (Real)</a:t>
            </a:r>
            <a:br>
              <a:rPr lang="en-US" sz="1500" dirty="0">
                <a:solidFill>
                  <a:srgbClr val="222222"/>
                </a:solidFill>
              </a:rPr>
            </a:br>
            <a:r>
              <a:rPr lang="en-US" sz="1500" dirty="0">
                <a:solidFill>
                  <a:srgbClr val="222222"/>
                </a:solidFill>
              </a:rPr>
              <a:t>4 Delivery statuses (Advance, Late, On time, ...)</a:t>
            </a:r>
          </a:p>
        </p:txBody>
      </p:sp>
    </p:spTree>
    <p:extLst>
      <p:ext uri="{BB962C8B-B14F-4D97-AF65-F5344CB8AC3E}">
        <p14:creationId xmlns:p14="http://schemas.microsoft.com/office/powerpoint/2010/main" val="268464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B95C8-21D0-EE1D-20A5-01FDED6C3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F236C-4533-2694-4FC1-F821FD0B0B7E}"/>
              </a:ext>
            </a:extLst>
          </p:cNvPr>
          <p:cNvSpPr>
            <a:spLocks noGrp="1"/>
          </p:cNvSpPr>
          <p:nvPr>
            <p:ph type="title"/>
          </p:nvPr>
        </p:nvSpPr>
        <p:spPr/>
        <p:txBody>
          <a:bodyPr/>
          <a:lstStyle/>
          <a:p>
            <a:pPr>
              <a:lnSpc>
                <a:spcPct val="100000"/>
              </a:lnSpc>
            </a:pPr>
            <a:r>
              <a:rPr lang="en-US" dirty="0"/>
              <a:t>Business</a:t>
            </a:r>
            <a:br>
              <a:rPr lang="en-US" dirty="0">
                <a:solidFill>
                  <a:schemeClr val="accent1"/>
                </a:solidFill>
              </a:rPr>
            </a:br>
            <a:r>
              <a:rPr lang="en-US" dirty="0">
                <a:solidFill>
                  <a:schemeClr val="accent1"/>
                </a:solidFill>
              </a:rPr>
              <a:t>Questions</a:t>
            </a:r>
            <a:endParaRPr lang="en-US" dirty="0"/>
          </a:p>
        </p:txBody>
      </p:sp>
      <p:sp>
        <p:nvSpPr>
          <p:cNvPr id="6" name="Rectangle 5">
            <a:extLst>
              <a:ext uri="{FF2B5EF4-FFF2-40B4-BE49-F238E27FC236}">
                <a16:creationId xmlns:a16="http://schemas.microsoft.com/office/drawing/2014/main" id="{9ECC7B73-3F61-E50B-4CBC-6E536EF0736F}"/>
              </a:ext>
            </a:extLst>
          </p:cNvPr>
          <p:cNvSpPr/>
          <p:nvPr/>
        </p:nvSpPr>
        <p:spPr>
          <a:xfrm>
            <a:off x="1571626" y="2476932"/>
            <a:ext cx="2250566"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Customer</a:t>
            </a:r>
          </a:p>
        </p:txBody>
      </p:sp>
      <p:sp>
        <p:nvSpPr>
          <p:cNvPr id="7" name="TextBox 6">
            <a:extLst>
              <a:ext uri="{FF2B5EF4-FFF2-40B4-BE49-F238E27FC236}">
                <a16:creationId xmlns:a16="http://schemas.microsoft.com/office/drawing/2014/main" id="{03729F10-4112-518C-8C9E-A3FC0A253B2C}"/>
              </a:ext>
            </a:extLst>
          </p:cNvPr>
          <p:cNvSpPr txBox="1"/>
          <p:nvPr/>
        </p:nvSpPr>
        <p:spPr>
          <a:xfrm>
            <a:off x="2028822" y="3170005"/>
            <a:ext cx="4389120" cy="1435897"/>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600" dirty="0"/>
              <a:t>Which customers, segments, markets are highest value and which to prioritize for retention?</a:t>
            </a:r>
          </a:p>
          <a:p>
            <a:pPr marL="285750" indent="-285750">
              <a:lnSpc>
                <a:spcPct val="130000"/>
              </a:lnSpc>
              <a:spcBef>
                <a:spcPts val="1000"/>
              </a:spcBef>
              <a:buFont typeface="Arial" panose="020B0604020202020204" pitchFamily="34" charset="0"/>
              <a:buChar char="•"/>
            </a:pPr>
            <a:r>
              <a:rPr lang="en-US" sz="1500" dirty="0">
                <a:solidFill>
                  <a:srgbClr val="222222"/>
                </a:solidFill>
              </a:rPr>
              <a:t>Can we personalize marketing?</a:t>
            </a:r>
          </a:p>
        </p:txBody>
      </p:sp>
    </p:spTree>
    <p:extLst>
      <p:ext uri="{BB962C8B-B14F-4D97-AF65-F5344CB8AC3E}">
        <p14:creationId xmlns:p14="http://schemas.microsoft.com/office/powerpoint/2010/main" val="47949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B1AD-1DA9-080F-0387-26812093A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26E5A-BDA5-12B7-FD46-223039563191}"/>
              </a:ext>
            </a:extLst>
          </p:cNvPr>
          <p:cNvSpPr>
            <a:spLocks noGrp="1"/>
          </p:cNvSpPr>
          <p:nvPr>
            <p:ph type="title"/>
          </p:nvPr>
        </p:nvSpPr>
        <p:spPr/>
        <p:txBody>
          <a:bodyPr/>
          <a:lstStyle/>
          <a:p>
            <a:pPr>
              <a:lnSpc>
                <a:spcPct val="100000"/>
              </a:lnSpc>
            </a:pPr>
            <a:r>
              <a:rPr lang="en-US" dirty="0"/>
              <a:t>Business</a:t>
            </a:r>
            <a:br>
              <a:rPr lang="en-US" dirty="0">
                <a:solidFill>
                  <a:schemeClr val="accent1"/>
                </a:solidFill>
              </a:rPr>
            </a:br>
            <a:r>
              <a:rPr lang="en-US" dirty="0">
                <a:solidFill>
                  <a:schemeClr val="accent1"/>
                </a:solidFill>
              </a:rPr>
              <a:t>Questions</a:t>
            </a:r>
            <a:endParaRPr lang="en-US" dirty="0"/>
          </a:p>
        </p:txBody>
      </p:sp>
      <p:sp>
        <p:nvSpPr>
          <p:cNvPr id="6" name="Rectangle 5">
            <a:extLst>
              <a:ext uri="{FF2B5EF4-FFF2-40B4-BE49-F238E27FC236}">
                <a16:creationId xmlns:a16="http://schemas.microsoft.com/office/drawing/2014/main" id="{AD80C439-2469-B210-3216-73F17291ED1A}"/>
              </a:ext>
            </a:extLst>
          </p:cNvPr>
          <p:cNvSpPr/>
          <p:nvPr/>
        </p:nvSpPr>
        <p:spPr>
          <a:xfrm>
            <a:off x="1571626" y="2476932"/>
            <a:ext cx="1930526"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Product</a:t>
            </a:r>
          </a:p>
        </p:txBody>
      </p:sp>
      <p:sp>
        <p:nvSpPr>
          <p:cNvPr id="7" name="TextBox 6">
            <a:extLst>
              <a:ext uri="{FF2B5EF4-FFF2-40B4-BE49-F238E27FC236}">
                <a16:creationId xmlns:a16="http://schemas.microsoft.com/office/drawing/2014/main" id="{42BAB24D-E739-9FEA-4E34-1F55AEB1A099}"/>
              </a:ext>
            </a:extLst>
          </p:cNvPr>
          <p:cNvSpPr txBox="1"/>
          <p:nvPr/>
        </p:nvSpPr>
        <p:spPr>
          <a:xfrm>
            <a:off x="2028822" y="3170005"/>
            <a:ext cx="4389120" cy="1005972"/>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600" dirty="0"/>
              <a:t>Which products, categories, and departments contribute most to revenue and profit?</a:t>
            </a:r>
            <a:endParaRPr lang="en-US" sz="1500" dirty="0">
              <a:solidFill>
                <a:srgbClr val="222222"/>
              </a:solidFill>
            </a:endParaRPr>
          </a:p>
        </p:txBody>
      </p:sp>
    </p:spTree>
    <p:extLst>
      <p:ext uri="{BB962C8B-B14F-4D97-AF65-F5344CB8AC3E}">
        <p14:creationId xmlns:p14="http://schemas.microsoft.com/office/powerpoint/2010/main" val="76648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E887-82B9-AABC-76A0-DA4F222B6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C132E-0259-D8E6-0BBB-25C482124408}"/>
              </a:ext>
            </a:extLst>
          </p:cNvPr>
          <p:cNvSpPr>
            <a:spLocks noGrp="1"/>
          </p:cNvSpPr>
          <p:nvPr>
            <p:ph type="title"/>
          </p:nvPr>
        </p:nvSpPr>
        <p:spPr/>
        <p:txBody>
          <a:bodyPr/>
          <a:lstStyle/>
          <a:p>
            <a:pPr>
              <a:lnSpc>
                <a:spcPct val="100000"/>
              </a:lnSpc>
            </a:pPr>
            <a:r>
              <a:rPr lang="en-US" dirty="0"/>
              <a:t>Business</a:t>
            </a:r>
            <a:br>
              <a:rPr lang="en-US" dirty="0">
                <a:solidFill>
                  <a:schemeClr val="accent1"/>
                </a:solidFill>
              </a:rPr>
            </a:br>
            <a:r>
              <a:rPr lang="en-US" dirty="0">
                <a:solidFill>
                  <a:schemeClr val="accent1"/>
                </a:solidFill>
              </a:rPr>
              <a:t>Questions</a:t>
            </a:r>
            <a:endParaRPr lang="en-US" dirty="0"/>
          </a:p>
        </p:txBody>
      </p:sp>
      <p:sp>
        <p:nvSpPr>
          <p:cNvPr id="6" name="Rectangle 5">
            <a:extLst>
              <a:ext uri="{FF2B5EF4-FFF2-40B4-BE49-F238E27FC236}">
                <a16:creationId xmlns:a16="http://schemas.microsoft.com/office/drawing/2014/main" id="{D93A87FC-18FD-AA38-E149-D36257B024F7}"/>
              </a:ext>
            </a:extLst>
          </p:cNvPr>
          <p:cNvSpPr/>
          <p:nvPr/>
        </p:nvSpPr>
        <p:spPr>
          <a:xfrm>
            <a:off x="1571626" y="2476932"/>
            <a:ext cx="1756790"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Order</a:t>
            </a:r>
          </a:p>
        </p:txBody>
      </p:sp>
      <p:sp>
        <p:nvSpPr>
          <p:cNvPr id="7" name="TextBox 6">
            <a:extLst>
              <a:ext uri="{FF2B5EF4-FFF2-40B4-BE49-F238E27FC236}">
                <a16:creationId xmlns:a16="http://schemas.microsoft.com/office/drawing/2014/main" id="{53A86B57-1C46-8980-C44E-A5C2CC74DC66}"/>
              </a:ext>
            </a:extLst>
          </p:cNvPr>
          <p:cNvSpPr txBox="1"/>
          <p:nvPr/>
        </p:nvSpPr>
        <p:spPr>
          <a:xfrm>
            <a:off x="2028822" y="3170005"/>
            <a:ext cx="4389120" cy="1564137"/>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600" dirty="0"/>
              <a:t>How discounts, shipping, and payments drive sales and profits?</a:t>
            </a:r>
          </a:p>
          <a:p>
            <a:pPr marL="285750" indent="-285750">
              <a:lnSpc>
                <a:spcPct val="130000"/>
              </a:lnSpc>
              <a:spcBef>
                <a:spcPts val="1000"/>
              </a:spcBef>
              <a:buFont typeface="Arial" panose="020B0604020202020204" pitchFamily="34" charset="0"/>
              <a:buChar char="•"/>
            </a:pPr>
            <a:r>
              <a:rPr lang="en-US" sz="1600" dirty="0"/>
              <a:t>Are there seasonal patterns in orders?</a:t>
            </a:r>
          </a:p>
          <a:p>
            <a:pPr marL="285750" indent="-285750">
              <a:lnSpc>
                <a:spcPct val="130000"/>
              </a:lnSpc>
              <a:spcBef>
                <a:spcPts val="1000"/>
              </a:spcBef>
              <a:buFont typeface="Arial" panose="020B0604020202020204" pitchFamily="34" charset="0"/>
              <a:buChar char="•"/>
            </a:pPr>
            <a:r>
              <a:rPr lang="en-US" sz="1500" dirty="0">
                <a:solidFill>
                  <a:srgbClr val="222222"/>
                </a:solidFill>
              </a:rPr>
              <a:t>Can we make forecasting?</a:t>
            </a:r>
          </a:p>
        </p:txBody>
      </p:sp>
    </p:spTree>
    <p:extLst>
      <p:ext uri="{BB962C8B-B14F-4D97-AF65-F5344CB8AC3E}">
        <p14:creationId xmlns:p14="http://schemas.microsoft.com/office/powerpoint/2010/main" val="403084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dirty="0"/>
              <a:t>Business</a:t>
            </a:r>
            <a:br>
              <a:rPr lang="en-US" dirty="0">
                <a:solidFill>
                  <a:schemeClr val="accent1"/>
                </a:solidFill>
              </a:rPr>
            </a:br>
            <a:r>
              <a:rPr lang="en-US" dirty="0">
                <a:solidFill>
                  <a:schemeClr val="accent1"/>
                </a:solidFill>
              </a:rPr>
              <a:t>Questions</a:t>
            </a:r>
            <a:endParaRPr lang="en-US" dirty="0"/>
          </a:p>
        </p:txBody>
      </p:sp>
      <p:sp>
        <p:nvSpPr>
          <p:cNvPr id="6" name="Rectangle 5"/>
          <p:cNvSpPr/>
          <p:nvPr/>
        </p:nvSpPr>
        <p:spPr>
          <a:xfrm>
            <a:off x="1571626" y="2476932"/>
            <a:ext cx="2058542"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Shipping</a:t>
            </a:r>
          </a:p>
        </p:txBody>
      </p:sp>
      <p:sp>
        <p:nvSpPr>
          <p:cNvPr id="7" name="TextBox 6"/>
          <p:cNvSpPr txBox="1"/>
          <p:nvPr/>
        </p:nvSpPr>
        <p:spPr>
          <a:xfrm>
            <a:off x="2028822" y="3170005"/>
            <a:ext cx="4389120" cy="2872700"/>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600" dirty="0"/>
              <a:t>Which shipping modes are more likely to result in late deliveries?</a:t>
            </a:r>
          </a:p>
          <a:p>
            <a:pPr marL="285750" indent="-285750">
              <a:lnSpc>
                <a:spcPct val="130000"/>
              </a:lnSpc>
              <a:spcBef>
                <a:spcPts val="1000"/>
              </a:spcBef>
              <a:buFont typeface="Arial" panose="020B0604020202020204" pitchFamily="34" charset="0"/>
              <a:buChar char="•"/>
            </a:pPr>
            <a:r>
              <a:rPr lang="en-US" sz="1500" dirty="0">
                <a:solidFill>
                  <a:srgbClr val="222222"/>
                </a:solidFill>
              </a:rPr>
              <a:t>How frequently do shipping delays occur, and what do their patterns tell us about operational consistency?</a:t>
            </a:r>
          </a:p>
          <a:p>
            <a:pPr marL="285750" indent="-285750">
              <a:lnSpc>
                <a:spcPct val="130000"/>
              </a:lnSpc>
              <a:spcBef>
                <a:spcPts val="1000"/>
              </a:spcBef>
              <a:buFont typeface="Arial" panose="020B0604020202020204" pitchFamily="34" charset="0"/>
              <a:buChar char="•"/>
            </a:pPr>
            <a:r>
              <a:rPr lang="en-US" sz="1500" dirty="0">
                <a:solidFill>
                  <a:srgbClr val="222222"/>
                </a:solidFill>
              </a:rPr>
              <a:t>Are there specific regions or time periods where shipping delays are more common?</a:t>
            </a:r>
          </a:p>
          <a:p>
            <a:pPr marL="285750" indent="-285750">
              <a:lnSpc>
                <a:spcPct val="130000"/>
              </a:lnSpc>
              <a:spcBef>
                <a:spcPts val="1000"/>
              </a:spcBef>
              <a:buFont typeface="Arial" panose="020B0604020202020204" pitchFamily="34" charset="0"/>
              <a:buChar char="•"/>
            </a:pPr>
            <a:r>
              <a:rPr lang="en-US" sz="1500" dirty="0">
                <a:solidFill>
                  <a:srgbClr val="222222"/>
                </a:solidFill>
              </a:rPr>
              <a:t>Can we predict delivery duration?</a:t>
            </a:r>
          </a:p>
        </p:txBody>
      </p:sp>
    </p:spTree>
    <p:extLst>
      <p:ext uri="{BB962C8B-B14F-4D97-AF65-F5344CB8AC3E}">
        <p14:creationId xmlns:p14="http://schemas.microsoft.com/office/powerpoint/2010/main" val="262643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5A4F3-3625-8591-2622-9E0527AB5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9E945-6840-F591-D8B7-44C625C4C504}"/>
              </a:ext>
            </a:extLst>
          </p:cNvPr>
          <p:cNvSpPr>
            <a:spLocks noGrp="1"/>
          </p:cNvSpPr>
          <p:nvPr>
            <p:ph type="title"/>
          </p:nvPr>
        </p:nvSpPr>
        <p:spPr/>
        <p:txBody>
          <a:bodyPr/>
          <a:lstStyle/>
          <a:p>
            <a:pPr>
              <a:lnSpc>
                <a:spcPct val="100000"/>
              </a:lnSpc>
            </a:pPr>
            <a:r>
              <a:rPr lang="en-US" dirty="0"/>
              <a:t>Key Performance</a:t>
            </a:r>
            <a:br>
              <a:rPr lang="en-US" dirty="0">
                <a:solidFill>
                  <a:schemeClr val="accent1"/>
                </a:solidFill>
              </a:rPr>
            </a:br>
            <a:r>
              <a:rPr lang="en-US" dirty="0">
                <a:solidFill>
                  <a:schemeClr val="accent1"/>
                </a:solidFill>
              </a:rPr>
              <a:t>Indicators</a:t>
            </a:r>
            <a:endParaRPr lang="en-US" dirty="0"/>
          </a:p>
        </p:txBody>
      </p:sp>
      <p:sp>
        <p:nvSpPr>
          <p:cNvPr id="6" name="Rectangle 5">
            <a:extLst>
              <a:ext uri="{FF2B5EF4-FFF2-40B4-BE49-F238E27FC236}">
                <a16:creationId xmlns:a16="http://schemas.microsoft.com/office/drawing/2014/main" id="{6039764E-6AEF-C9CE-65A3-5FBB3FC9824F}"/>
              </a:ext>
            </a:extLst>
          </p:cNvPr>
          <p:cNvSpPr/>
          <p:nvPr/>
        </p:nvSpPr>
        <p:spPr>
          <a:xfrm>
            <a:off x="1571626" y="2476932"/>
            <a:ext cx="2927222"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Customer KPIs</a:t>
            </a:r>
          </a:p>
        </p:txBody>
      </p:sp>
      <p:sp>
        <p:nvSpPr>
          <p:cNvPr id="7" name="TextBox 6">
            <a:extLst>
              <a:ext uri="{FF2B5EF4-FFF2-40B4-BE49-F238E27FC236}">
                <a16:creationId xmlns:a16="http://schemas.microsoft.com/office/drawing/2014/main" id="{B3F2D631-793E-D24C-C11B-A4B2E57E6BA1}"/>
              </a:ext>
            </a:extLst>
          </p:cNvPr>
          <p:cNvSpPr txBox="1"/>
          <p:nvPr/>
        </p:nvSpPr>
        <p:spPr>
          <a:xfrm>
            <a:off x="2028822" y="3170005"/>
            <a:ext cx="4389120" cy="2060683"/>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500" b="1" dirty="0">
                <a:solidFill>
                  <a:srgbClr val="222222"/>
                </a:solidFill>
              </a:rPr>
              <a:t>Total Customers</a:t>
            </a:r>
          </a:p>
          <a:p>
            <a:pPr marL="285750" indent="-285750">
              <a:lnSpc>
                <a:spcPct val="130000"/>
              </a:lnSpc>
              <a:spcBef>
                <a:spcPts val="1000"/>
              </a:spcBef>
              <a:buFont typeface="Arial" panose="020B0604020202020204" pitchFamily="34" charset="0"/>
              <a:buChar char="•"/>
            </a:pPr>
            <a:r>
              <a:rPr lang="en-US" sz="1500" b="1" dirty="0">
                <a:solidFill>
                  <a:srgbClr val="222222"/>
                </a:solidFill>
              </a:rPr>
              <a:t>Customer Retention</a:t>
            </a:r>
          </a:p>
          <a:p>
            <a:pPr marL="285750" indent="-285750">
              <a:lnSpc>
                <a:spcPct val="130000"/>
              </a:lnSpc>
              <a:spcBef>
                <a:spcPts val="1000"/>
              </a:spcBef>
              <a:buFont typeface="Arial" panose="020B0604020202020204" pitchFamily="34" charset="0"/>
              <a:buChar char="•"/>
            </a:pPr>
            <a:r>
              <a:rPr lang="en-US" sz="1500" b="1" dirty="0">
                <a:solidFill>
                  <a:srgbClr val="222222"/>
                </a:solidFill>
              </a:rPr>
              <a:t>Customer Lifetime Value (CLV)</a:t>
            </a:r>
          </a:p>
          <a:p>
            <a:pPr marL="285750" indent="-285750">
              <a:lnSpc>
                <a:spcPct val="130000"/>
              </a:lnSpc>
              <a:spcBef>
                <a:spcPts val="1000"/>
              </a:spcBef>
              <a:buFont typeface="Arial" panose="020B0604020202020204" pitchFamily="34" charset="0"/>
              <a:buChar char="•"/>
            </a:pPr>
            <a:r>
              <a:rPr lang="en-US" sz="1500" b="1" dirty="0">
                <a:solidFill>
                  <a:srgbClr val="222222"/>
                </a:solidFill>
              </a:rPr>
              <a:t>Top Customers by Sales</a:t>
            </a:r>
          </a:p>
          <a:p>
            <a:pPr marL="285750" indent="-285750">
              <a:lnSpc>
                <a:spcPct val="130000"/>
              </a:lnSpc>
              <a:spcBef>
                <a:spcPts val="1000"/>
              </a:spcBef>
              <a:buFont typeface="Arial" panose="020B0604020202020204" pitchFamily="34" charset="0"/>
              <a:buChar char="•"/>
            </a:pPr>
            <a:r>
              <a:rPr lang="en-US" sz="1500" b="1" dirty="0">
                <a:solidFill>
                  <a:srgbClr val="222222"/>
                </a:solidFill>
              </a:rPr>
              <a:t>Customers by Country/City/State (Top N)</a:t>
            </a:r>
          </a:p>
        </p:txBody>
      </p:sp>
      <p:sp>
        <p:nvSpPr>
          <p:cNvPr id="3" name="TextBox 2">
            <a:extLst>
              <a:ext uri="{FF2B5EF4-FFF2-40B4-BE49-F238E27FC236}">
                <a16:creationId xmlns:a16="http://schemas.microsoft.com/office/drawing/2014/main" id="{7041C619-C4EC-3041-BF1A-95AAAD4073F3}"/>
              </a:ext>
            </a:extLst>
          </p:cNvPr>
          <p:cNvSpPr txBox="1"/>
          <p:nvPr/>
        </p:nvSpPr>
        <p:spPr>
          <a:xfrm>
            <a:off x="7108675" y="3170005"/>
            <a:ext cx="4389120" cy="2060683"/>
          </a:xfrm>
          <a:prstGeom prst="rect">
            <a:avLst/>
          </a:prstGeom>
          <a:noFill/>
        </p:spPr>
        <p:txBody>
          <a:bodyPr wrap="square" lIns="0" tIns="36000" rIns="216000" bIns="36000" rtlCol="0">
            <a:spAutoFit/>
          </a:bodyPr>
          <a:lstStyle/>
          <a:p>
            <a:pPr marL="285750" indent="-285750">
              <a:lnSpc>
                <a:spcPct val="130000"/>
              </a:lnSpc>
              <a:spcBef>
                <a:spcPts val="1000"/>
              </a:spcBef>
              <a:buFont typeface="Arial" panose="020B0604020202020204" pitchFamily="34" charset="0"/>
              <a:buChar char="•"/>
            </a:pPr>
            <a:r>
              <a:rPr lang="en-US" sz="1500" b="1" dirty="0">
                <a:solidFill>
                  <a:srgbClr val="222222"/>
                </a:solidFill>
              </a:rPr>
              <a:t>Department Performance</a:t>
            </a:r>
          </a:p>
          <a:p>
            <a:pPr marL="285750" indent="-285750">
              <a:lnSpc>
                <a:spcPct val="130000"/>
              </a:lnSpc>
              <a:spcBef>
                <a:spcPts val="1000"/>
              </a:spcBef>
              <a:buFont typeface="Arial" panose="020B0604020202020204" pitchFamily="34" charset="0"/>
              <a:buChar char="•"/>
            </a:pPr>
            <a:r>
              <a:rPr lang="en-US" sz="1500" b="1" dirty="0">
                <a:solidFill>
                  <a:srgbClr val="222222"/>
                </a:solidFill>
              </a:rPr>
              <a:t>Category Performance</a:t>
            </a:r>
          </a:p>
          <a:p>
            <a:pPr marL="285750" indent="-285750">
              <a:lnSpc>
                <a:spcPct val="130000"/>
              </a:lnSpc>
              <a:spcBef>
                <a:spcPts val="1000"/>
              </a:spcBef>
              <a:buFont typeface="Arial" panose="020B0604020202020204" pitchFamily="34" charset="0"/>
              <a:buChar char="•"/>
            </a:pPr>
            <a:r>
              <a:rPr lang="en-US" sz="1500" b="1" dirty="0">
                <a:solidFill>
                  <a:srgbClr val="222222"/>
                </a:solidFill>
              </a:rPr>
              <a:t>Top-Selling Products</a:t>
            </a:r>
          </a:p>
          <a:p>
            <a:pPr marL="285750" indent="-285750">
              <a:lnSpc>
                <a:spcPct val="130000"/>
              </a:lnSpc>
              <a:spcBef>
                <a:spcPts val="1000"/>
              </a:spcBef>
              <a:buFont typeface="Arial" panose="020B0604020202020204" pitchFamily="34" charset="0"/>
              <a:buChar char="•"/>
            </a:pPr>
            <a:r>
              <a:rPr lang="en-US" sz="1500" b="1" dirty="0">
                <a:solidFill>
                  <a:srgbClr val="222222"/>
                </a:solidFill>
              </a:rPr>
              <a:t>Top-Profit Products</a:t>
            </a:r>
          </a:p>
          <a:p>
            <a:pPr marL="285750" indent="-285750">
              <a:lnSpc>
                <a:spcPct val="130000"/>
              </a:lnSpc>
              <a:spcBef>
                <a:spcPts val="1000"/>
              </a:spcBef>
              <a:buFont typeface="Arial" panose="020B0604020202020204" pitchFamily="34" charset="0"/>
              <a:buChar char="•"/>
            </a:pPr>
            <a:r>
              <a:rPr lang="en-US" sz="1500" b="1" dirty="0">
                <a:solidFill>
                  <a:srgbClr val="222222"/>
                </a:solidFill>
              </a:rPr>
              <a:t>Product Seasonality</a:t>
            </a:r>
          </a:p>
        </p:txBody>
      </p:sp>
      <p:sp>
        <p:nvSpPr>
          <p:cNvPr id="5" name="TextBox 4">
            <a:extLst>
              <a:ext uri="{FF2B5EF4-FFF2-40B4-BE49-F238E27FC236}">
                <a16:creationId xmlns:a16="http://schemas.microsoft.com/office/drawing/2014/main" id="{449A4ADA-1B81-9E96-7201-F67A1B5B5DFF}"/>
              </a:ext>
            </a:extLst>
          </p:cNvPr>
          <p:cNvSpPr txBox="1"/>
          <p:nvPr/>
        </p:nvSpPr>
        <p:spPr>
          <a:xfrm>
            <a:off x="2028105" y="2509774"/>
            <a:ext cx="4069521" cy="439022"/>
          </a:xfrm>
          <a:prstGeom prst="rect">
            <a:avLst/>
          </a:prstGeom>
          <a:noFill/>
        </p:spPr>
        <p:txBody>
          <a:bodyPr wrap="square" lIns="0" tIns="36000" rIns="216000" bIns="36000" rtlCol="0">
            <a:spAutoFit/>
          </a:bodyPr>
          <a:lstStyle/>
          <a:p>
            <a:pPr>
              <a:lnSpc>
                <a:spcPct val="130000"/>
              </a:lnSpc>
              <a:spcBef>
                <a:spcPts val="1000"/>
              </a:spcBef>
            </a:pPr>
            <a:r>
              <a:rPr lang="en-US" sz="2000" b="1" dirty="0">
                <a:solidFill>
                  <a:srgbClr val="222222"/>
                </a:solidFill>
              </a:rPr>
              <a:t>Customer KPIs</a:t>
            </a:r>
            <a:endParaRPr lang="en-US" sz="2000" dirty="0">
              <a:solidFill>
                <a:srgbClr val="222222"/>
              </a:solidFill>
            </a:endParaRPr>
          </a:p>
        </p:txBody>
      </p:sp>
      <p:sp>
        <p:nvSpPr>
          <p:cNvPr id="8" name="Rectangle 7">
            <a:extLst>
              <a:ext uri="{FF2B5EF4-FFF2-40B4-BE49-F238E27FC236}">
                <a16:creationId xmlns:a16="http://schemas.microsoft.com/office/drawing/2014/main" id="{2C706E09-AF8A-8B30-E9D4-54EB9B56D2AC}"/>
              </a:ext>
            </a:extLst>
          </p:cNvPr>
          <p:cNvSpPr/>
          <p:nvPr/>
        </p:nvSpPr>
        <p:spPr>
          <a:xfrm>
            <a:off x="6652797" y="2476932"/>
            <a:ext cx="2664939"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57200" rIns="360000" rtlCol="0" anchor="ctr"/>
          <a:lstStyle/>
          <a:p>
            <a:r>
              <a:rPr lang="en-US" sz="2000" b="1" dirty="0">
                <a:solidFill>
                  <a:srgbClr val="FFFFFF"/>
                </a:solidFill>
                <a:latin typeface="Open Sans" charset="0"/>
                <a:ea typeface="Open Sans" charset="0"/>
                <a:cs typeface="Open Sans" charset="0"/>
              </a:rPr>
              <a:t>Product KPIs</a:t>
            </a:r>
          </a:p>
        </p:txBody>
      </p:sp>
    </p:spTree>
    <p:extLst>
      <p:ext uri="{BB962C8B-B14F-4D97-AF65-F5344CB8AC3E}">
        <p14:creationId xmlns:p14="http://schemas.microsoft.com/office/powerpoint/2010/main" val="82818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1" presetClass="exit" presetSubtype="0" fill="hold" grpId="2" nodeType="withEffect">
                                  <p:stCondLst>
                                    <p:cond delay="0"/>
                                  </p:stCondLst>
                                  <p:childTnLst>
                                    <p:set>
                                      <p:cBhvr>
                                        <p:cTn id="20" dur="1" fill="hold">
                                          <p:stCondLst>
                                            <p:cond delay="0"/>
                                          </p:stCondLst>
                                        </p:cTn>
                                        <p:tgtEl>
                                          <p:spTgt spid="6"/>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6" presetClass="emph" presetSubtype="0" accel="50000" decel="50000" autoRev="1" fill="hold" grpId="1" nodeType="withEffect">
                                  <p:stCondLst>
                                    <p:cond delay="0"/>
                                  </p:stCondLst>
                                  <p:childTnLst>
                                    <p:animScale>
                                      <p:cBhvr>
                                        <p:cTn id="24" dur="500" fill="hold"/>
                                        <p:tgtEl>
                                          <p:spTgt spid="8"/>
                                        </p:tgtEl>
                                      </p:cBhvr>
                                      <p:by x="105000" y="105000"/>
                                    </p:animScale>
                                  </p:childTnLst>
                                </p:cTn>
                              </p:par>
                              <p:par>
                                <p:cTn id="25" presetID="2" presetClass="entr" presetSubtype="4" decel="50000" fill="hold" grpId="0" nodeType="withEffect">
                                  <p:stCondLst>
                                    <p:cond delay="50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1000" fill="hold"/>
                                        <p:tgtEl>
                                          <p:spTgt spid="3"/>
                                        </p:tgtEl>
                                        <p:attrNameLst>
                                          <p:attrName>ppt_x</p:attrName>
                                        </p:attrNameLst>
                                      </p:cBhvr>
                                      <p:tavLst>
                                        <p:tav tm="0">
                                          <p:val>
                                            <p:strVal val="#ppt_x"/>
                                          </p:val>
                                        </p:tav>
                                        <p:tav tm="100000">
                                          <p:val>
                                            <p:strVal val="#ppt_x"/>
                                          </p:val>
                                        </p:tav>
                                      </p:tavLst>
                                    </p:anim>
                                    <p:anim calcmode="lin" valueType="num">
                                      <p:cBhvr additive="base">
                                        <p:cTn id="28"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P spid="3" grpId="0"/>
      <p:bldP spid="5" grpId="0"/>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CD509-4920-B1C8-E853-CA3DABF3E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28187-2D2E-0B17-1ED3-E0DD10E28DF6}"/>
              </a:ext>
            </a:extLst>
          </p:cNvPr>
          <p:cNvSpPr>
            <a:spLocks noGrp="1"/>
          </p:cNvSpPr>
          <p:nvPr>
            <p:ph type="title"/>
          </p:nvPr>
        </p:nvSpPr>
        <p:spPr/>
        <p:txBody>
          <a:bodyPr/>
          <a:lstStyle/>
          <a:p>
            <a:pPr>
              <a:lnSpc>
                <a:spcPct val="100000"/>
              </a:lnSpc>
            </a:pPr>
            <a:r>
              <a:rPr lang="en-US" dirty="0"/>
              <a:t>Key Performance</a:t>
            </a:r>
            <a:br>
              <a:rPr lang="en-US" dirty="0">
                <a:solidFill>
                  <a:schemeClr val="accent1"/>
                </a:solidFill>
              </a:rPr>
            </a:br>
            <a:r>
              <a:rPr lang="en-US" dirty="0">
                <a:solidFill>
                  <a:schemeClr val="accent1"/>
                </a:solidFill>
              </a:rPr>
              <a:t>Indicators</a:t>
            </a:r>
            <a:endParaRPr lang="en-US" dirty="0"/>
          </a:p>
        </p:txBody>
      </p:sp>
      <p:sp>
        <p:nvSpPr>
          <p:cNvPr id="6" name="Rectangle 5">
            <a:extLst>
              <a:ext uri="{FF2B5EF4-FFF2-40B4-BE49-F238E27FC236}">
                <a16:creationId xmlns:a16="http://schemas.microsoft.com/office/drawing/2014/main" id="{2505A7A6-0F70-2A4E-4E18-03D10859EAE0}"/>
              </a:ext>
            </a:extLst>
          </p:cNvPr>
          <p:cNvSpPr/>
          <p:nvPr/>
        </p:nvSpPr>
        <p:spPr>
          <a:xfrm>
            <a:off x="1571626" y="2476932"/>
            <a:ext cx="2332862"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Order KPIs</a:t>
            </a:r>
          </a:p>
        </p:txBody>
      </p:sp>
      <p:sp>
        <p:nvSpPr>
          <p:cNvPr id="7" name="TextBox 6">
            <a:extLst>
              <a:ext uri="{FF2B5EF4-FFF2-40B4-BE49-F238E27FC236}">
                <a16:creationId xmlns:a16="http://schemas.microsoft.com/office/drawing/2014/main" id="{7DB3D0FB-8F34-264D-280E-7FFC82DDC336}"/>
              </a:ext>
            </a:extLst>
          </p:cNvPr>
          <p:cNvSpPr txBox="1"/>
          <p:nvPr/>
        </p:nvSpPr>
        <p:spPr>
          <a:xfrm>
            <a:off x="2028822" y="3170005"/>
            <a:ext cx="9748650" cy="3414644"/>
          </a:xfrm>
          <a:prstGeom prst="rect">
            <a:avLst/>
          </a:prstGeom>
          <a:noFill/>
        </p:spPr>
        <p:txBody>
          <a:bodyPr wrap="square" lIns="0" tIns="36000" rIns="216000" bIns="36000" numCol="2" rtlCol="0">
            <a:spAutoFit/>
          </a:bodyPr>
          <a:lstStyle/>
          <a:p>
            <a:pPr marL="285750" indent="-285750">
              <a:lnSpc>
                <a:spcPct val="130000"/>
              </a:lnSpc>
              <a:spcBef>
                <a:spcPts val="1000"/>
              </a:spcBef>
              <a:buFont typeface="Arial" panose="020B0604020202020204" pitchFamily="34" charset="0"/>
              <a:buChar char="•"/>
            </a:pPr>
            <a:r>
              <a:rPr lang="en-US" sz="1500" b="1" dirty="0">
                <a:solidFill>
                  <a:srgbClr val="222222"/>
                </a:solidFill>
              </a:rPr>
              <a:t>Total Orders</a:t>
            </a:r>
            <a:br>
              <a:rPr lang="en-US" sz="1500" dirty="0">
                <a:solidFill>
                  <a:srgbClr val="222222"/>
                </a:solidFill>
              </a:rPr>
            </a:br>
            <a:r>
              <a:rPr lang="en-US" sz="1500" dirty="0">
                <a:solidFill>
                  <a:srgbClr val="222222"/>
                </a:solidFill>
              </a:rPr>
              <a:t>- Orders by Payment type %</a:t>
            </a:r>
            <a:br>
              <a:rPr lang="en-US" sz="1500" dirty="0">
                <a:solidFill>
                  <a:srgbClr val="222222"/>
                </a:solidFill>
              </a:rPr>
            </a:br>
            <a:r>
              <a:rPr lang="en-US" sz="1500" dirty="0">
                <a:solidFill>
                  <a:srgbClr val="222222"/>
                </a:solidFill>
              </a:rPr>
              <a:t>- Orders by Status %</a:t>
            </a:r>
          </a:p>
          <a:p>
            <a:pPr marL="285750" indent="-285750">
              <a:lnSpc>
                <a:spcPct val="130000"/>
              </a:lnSpc>
              <a:spcBef>
                <a:spcPts val="1000"/>
              </a:spcBef>
              <a:buFont typeface="Arial" panose="020B0604020202020204" pitchFamily="34" charset="0"/>
              <a:buChar char="•"/>
            </a:pPr>
            <a:r>
              <a:rPr lang="en-US" sz="1500" b="1" dirty="0">
                <a:solidFill>
                  <a:srgbClr val="222222"/>
                </a:solidFill>
              </a:rPr>
              <a:t>Total Sales</a:t>
            </a:r>
            <a:br>
              <a:rPr lang="en-US" sz="1500" b="1" dirty="0">
                <a:solidFill>
                  <a:srgbClr val="222222"/>
                </a:solidFill>
              </a:rPr>
            </a:br>
            <a:r>
              <a:rPr lang="en-US" sz="1500" dirty="0">
                <a:solidFill>
                  <a:srgbClr val="222222"/>
                </a:solidFill>
              </a:rPr>
              <a:t>- Sales Growth Over Time (4 Years, Monthly)</a:t>
            </a:r>
          </a:p>
          <a:p>
            <a:pPr marL="285750" indent="-285750">
              <a:lnSpc>
                <a:spcPct val="130000"/>
              </a:lnSpc>
              <a:spcBef>
                <a:spcPts val="1000"/>
              </a:spcBef>
              <a:buFont typeface="Arial" panose="020B0604020202020204" pitchFamily="34" charset="0"/>
              <a:buChar char="•"/>
            </a:pPr>
            <a:r>
              <a:rPr lang="en-US" sz="1500" b="1" dirty="0">
                <a:solidFill>
                  <a:srgbClr val="222222"/>
                </a:solidFill>
              </a:rPr>
              <a:t>Total Discounts</a:t>
            </a:r>
          </a:p>
          <a:p>
            <a:pPr marL="285750" indent="-285750">
              <a:lnSpc>
                <a:spcPct val="130000"/>
              </a:lnSpc>
              <a:spcBef>
                <a:spcPts val="1000"/>
              </a:spcBef>
              <a:buFont typeface="Arial" panose="020B0604020202020204" pitchFamily="34" charset="0"/>
              <a:buChar char="•"/>
            </a:pPr>
            <a:r>
              <a:rPr lang="en-US" sz="1500" b="1" dirty="0">
                <a:solidFill>
                  <a:srgbClr val="222222"/>
                </a:solidFill>
              </a:rPr>
              <a:t>Total Profit</a:t>
            </a:r>
          </a:p>
          <a:p>
            <a:pPr marL="285750" indent="-285750">
              <a:lnSpc>
                <a:spcPct val="130000"/>
              </a:lnSpc>
              <a:spcBef>
                <a:spcPts val="1000"/>
              </a:spcBef>
              <a:buFont typeface="Arial" panose="020B0604020202020204" pitchFamily="34" charset="0"/>
              <a:buChar char="•"/>
            </a:pPr>
            <a:r>
              <a:rPr lang="en-US" sz="1500" b="1" dirty="0">
                <a:solidFill>
                  <a:srgbClr val="222222"/>
                </a:solidFill>
              </a:rPr>
              <a:t>Profit Margin %</a:t>
            </a:r>
          </a:p>
          <a:p>
            <a:pPr marL="285750" indent="-285750">
              <a:lnSpc>
                <a:spcPct val="130000"/>
              </a:lnSpc>
              <a:spcBef>
                <a:spcPts val="1000"/>
              </a:spcBef>
              <a:buFont typeface="Arial" panose="020B0604020202020204" pitchFamily="34" charset="0"/>
              <a:buChar char="•"/>
            </a:pPr>
            <a:endParaRPr lang="en-US" sz="1500" b="1" dirty="0">
              <a:solidFill>
                <a:srgbClr val="222222"/>
              </a:solidFill>
            </a:endParaRPr>
          </a:p>
          <a:p>
            <a:pPr marL="285750" indent="-285750">
              <a:lnSpc>
                <a:spcPct val="130000"/>
              </a:lnSpc>
              <a:spcBef>
                <a:spcPts val="1000"/>
              </a:spcBef>
              <a:buFont typeface="Arial" panose="020B0604020202020204" pitchFamily="34" charset="0"/>
              <a:buChar char="•"/>
            </a:pPr>
            <a:r>
              <a:rPr lang="en-US" sz="1500" b="1" dirty="0">
                <a:solidFill>
                  <a:srgbClr val="222222"/>
                </a:solidFill>
              </a:rPr>
              <a:t>Average Order Value (AOV)</a:t>
            </a:r>
          </a:p>
          <a:p>
            <a:pPr marL="285750" indent="-285750">
              <a:lnSpc>
                <a:spcPct val="130000"/>
              </a:lnSpc>
              <a:spcBef>
                <a:spcPts val="1000"/>
              </a:spcBef>
              <a:buFont typeface="Arial" panose="020B0604020202020204" pitchFamily="34" charset="0"/>
              <a:buChar char="•"/>
            </a:pPr>
            <a:r>
              <a:rPr lang="en-US" sz="1500" b="1" dirty="0">
                <a:solidFill>
                  <a:srgbClr val="222222"/>
                </a:solidFill>
              </a:rPr>
              <a:t>Sales by Country/City/Region/State (Top N)</a:t>
            </a:r>
          </a:p>
          <a:p>
            <a:pPr marL="285750" indent="-285750">
              <a:lnSpc>
                <a:spcPct val="130000"/>
              </a:lnSpc>
              <a:spcBef>
                <a:spcPts val="1000"/>
              </a:spcBef>
              <a:buFont typeface="Arial" panose="020B0604020202020204" pitchFamily="34" charset="0"/>
              <a:buChar char="•"/>
            </a:pPr>
            <a:r>
              <a:rPr lang="en-US" sz="1500" b="1" dirty="0">
                <a:solidFill>
                  <a:srgbClr val="222222"/>
                </a:solidFill>
              </a:rPr>
              <a:t>Sales by Customer Segment/Market (Top N)</a:t>
            </a:r>
          </a:p>
          <a:p>
            <a:pPr marL="285750" indent="-285750">
              <a:lnSpc>
                <a:spcPct val="130000"/>
              </a:lnSpc>
              <a:spcBef>
                <a:spcPts val="1000"/>
              </a:spcBef>
              <a:buFont typeface="Arial" panose="020B0604020202020204" pitchFamily="34" charset="0"/>
              <a:buChar char="•"/>
            </a:pPr>
            <a:r>
              <a:rPr lang="en-US" sz="1500" b="1" dirty="0">
                <a:solidFill>
                  <a:srgbClr val="222222"/>
                </a:solidFill>
              </a:rPr>
              <a:t>Sales by Department/Category/Product (Top N)</a:t>
            </a:r>
          </a:p>
          <a:p>
            <a:pPr marL="285750" indent="-285750">
              <a:lnSpc>
                <a:spcPct val="130000"/>
              </a:lnSpc>
              <a:spcBef>
                <a:spcPts val="1000"/>
              </a:spcBef>
              <a:buFont typeface="Arial" panose="020B0604020202020204" pitchFamily="34" charset="0"/>
              <a:buChar char="•"/>
            </a:pPr>
            <a:r>
              <a:rPr lang="en-US" sz="1500" b="1" dirty="0">
                <a:solidFill>
                  <a:srgbClr val="222222"/>
                </a:solidFill>
              </a:rPr>
              <a:t>Orders Distribution on Map</a:t>
            </a:r>
          </a:p>
          <a:p>
            <a:pPr marL="285750" indent="-285750">
              <a:lnSpc>
                <a:spcPct val="130000"/>
              </a:lnSpc>
              <a:spcBef>
                <a:spcPts val="1000"/>
              </a:spcBef>
              <a:buFont typeface="Arial" panose="020B0604020202020204" pitchFamily="34" charset="0"/>
              <a:buChar char="•"/>
            </a:pPr>
            <a:r>
              <a:rPr lang="en-US" sz="1500" b="1" dirty="0">
                <a:solidFill>
                  <a:srgbClr val="222222"/>
                </a:solidFill>
              </a:rPr>
              <a:t>Discount Impact on Sales</a:t>
            </a:r>
          </a:p>
          <a:p>
            <a:pPr marL="285750" indent="-285750">
              <a:lnSpc>
                <a:spcPct val="130000"/>
              </a:lnSpc>
              <a:spcBef>
                <a:spcPts val="1000"/>
              </a:spcBef>
              <a:buFont typeface="Arial" panose="020B0604020202020204" pitchFamily="34" charset="0"/>
              <a:buChar char="•"/>
            </a:pPr>
            <a:r>
              <a:rPr lang="en-US" sz="1500" b="1" dirty="0">
                <a:solidFill>
                  <a:srgbClr val="222222"/>
                </a:solidFill>
              </a:rPr>
              <a:t>Product Price Impact on Sales</a:t>
            </a:r>
          </a:p>
        </p:txBody>
      </p:sp>
    </p:spTree>
    <p:extLst>
      <p:ext uri="{BB962C8B-B14F-4D97-AF65-F5344CB8AC3E}">
        <p14:creationId xmlns:p14="http://schemas.microsoft.com/office/powerpoint/2010/main" val="383706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C4D1A-0EB5-E53C-D7B4-5E5AF65D3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8D3E2-E2F9-E324-9B2D-884E3BC4470B}"/>
              </a:ext>
            </a:extLst>
          </p:cNvPr>
          <p:cNvSpPr>
            <a:spLocks noGrp="1"/>
          </p:cNvSpPr>
          <p:nvPr>
            <p:ph type="title"/>
          </p:nvPr>
        </p:nvSpPr>
        <p:spPr/>
        <p:txBody>
          <a:bodyPr/>
          <a:lstStyle/>
          <a:p>
            <a:pPr>
              <a:lnSpc>
                <a:spcPct val="100000"/>
              </a:lnSpc>
            </a:pPr>
            <a:r>
              <a:rPr lang="en-US" dirty="0"/>
              <a:t>Key Performance</a:t>
            </a:r>
            <a:br>
              <a:rPr lang="en-US" dirty="0">
                <a:solidFill>
                  <a:schemeClr val="accent1"/>
                </a:solidFill>
              </a:rPr>
            </a:br>
            <a:r>
              <a:rPr lang="en-US" dirty="0">
                <a:solidFill>
                  <a:schemeClr val="accent1"/>
                </a:solidFill>
              </a:rPr>
              <a:t>Indicators</a:t>
            </a:r>
            <a:endParaRPr lang="en-US" dirty="0"/>
          </a:p>
        </p:txBody>
      </p:sp>
      <p:sp>
        <p:nvSpPr>
          <p:cNvPr id="6" name="Rectangle 5">
            <a:extLst>
              <a:ext uri="{FF2B5EF4-FFF2-40B4-BE49-F238E27FC236}">
                <a16:creationId xmlns:a16="http://schemas.microsoft.com/office/drawing/2014/main" id="{2F3A3471-7082-2B78-4948-B36055FA92A0}"/>
              </a:ext>
            </a:extLst>
          </p:cNvPr>
          <p:cNvSpPr/>
          <p:nvPr/>
        </p:nvSpPr>
        <p:spPr>
          <a:xfrm>
            <a:off x="1571626" y="2476932"/>
            <a:ext cx="2698622" cy="564613"/>
          </a:xfrm>
          <a:prstGeom prst="rect">
            <a:avLst/>
          </a:prstGeom>
          <a:solidFill>
            <a:schemeClr val="accent1"/>
          </a:soli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0" rIns="360000" rtlCol="0" anchor="ctr"/>
          <a:lstStyle/>
          <a:p>
            <a:r>
              <a:rPr lang="en-US" sz="2000" b="1" dirty="0">
                <a:solidFill>
                  <a:srgbClr val="FFFFFF"/>
                </a:solidFill>
                <a:latin typeface="Open Sans" charset="0"/>
                <a:ea typeface="Open Sans" charset="0"/>
                <a:cs typeface="Open Sans" charset="0"/>
              </a:rPr>
              <a:t>Shipping KPIs</a:t>
            </a:r>
          </a:p>
        </p:txBody>
      </p:sp>
      <p:sp>
        <p:nvSpPr>
          <p:cNvPr id="7" name="TextBox 6">
            <a:extLst>
              <a:ext uri="{FF2B5EF4-FFF2-40B4-BE49-F238E27FC236}">
                <a16:creationId xmlns:a16="http://schemas.microsoft.com/office/drawing/2014/main" id="{8445748B-D054-F96F-4228-BC16C1166B71}"/>
              </a:ext>
            </a:extLst>
          </p:cNvPr>
          <p:cNvSpPr txBox="1"/>
          <p:nvPr/>
        </p:nvSpPr>
        <p:spPr>
          <a:xfrm>
            <a:off x="2028822" y="3170005"/>
            <a:ext cx="9748650" cy="2660848"/>
          </a:xfrm>
          <a:prstGeom prst="rect">
            <a:avLst/>
          </a:prstGeom>
          <a:noFill/>
        </p:spPr>
        <p:txBody>
          <a:bodyPr wrap="square" lIns="0" tIns="36000" rIns="216000" bIns="36000" numCol="2" rtlCol="0">
            <a:spAutoFit/>
          </a:bodyPr>
          <a:lstStyle/>
          <a:p>
            <a:pPr marL="285750" indent="-285750">
              <a:lnSpc>
                <a:spcPct val="130000"/>
              </a:lnSpc>
              <a:spcBef>
                <a:spcPts val="1000"/>
              </a:spcBef>
              <a:buFont typeface="Arial" panose="020B0604020202020204" pitchFamily="34" charset="0"/>
              <a:buChar char="•"/>
            </a:pPr>
            <a:r>
              <a:rPr lang="en-US" sz="1500" b="1" dirty="0">
                <a:solidFill>
                  <a:srgbClr val="222222"/>
                </a:solidFill>
              </a:rPr>
              <a:t>Total Orders </a:t>
            </a:r>
          </a:p>
          <a:p>
            <a:pPr marL="285750" indent="-285750">
              <a:lnSpc>
                <a:spcPct val="130000"/>
              </a:lnSpc>
              <a:spcBef>
                <a:spcPts val="1000"/>
              </a:spcBef>
              <a:buFont typeface="Arial" panose="020B0604020202020204" pitchFamily="34" charset="0"/>
              <a:buChar char="•"/>
            </a:pPr>
            <a:r>
              <a:rPr lang="en-US" sz="1500" b="1" dirty="0">
                <a:solidFill>
                  <a:srgbClr val="222222"/>
                </a:solidFill>
              </a:rPr>
              <a:t>Delivery Performance </a:t>
            </a:r>
            <a:br>
              <a:rPr lang="en-US" sz="1500" b="1" dirty="0">
                <a:solidFill>
                  <a:srgbClr val="222222"/>
                </a:solidFill>
              </a:rPr>
            </a:br>
            <a:r>
              <a:rPr lang="en-US" sz="1500" dirty="0">
                <a:solidFill>
                  <a:srgbClr val="222222"/>
                </a:solidFill>
              </a:rPr>
              <a:t>(Advance %, On-Time %, Late %, Canceled %)</a:t>
            </a:r>
          </a:p>
          <a:p>
            <a:pPr marL="285750" indent="-285750">
              <a:lnSpc>
                <a:spcPct val="130000"/>
              </a:lnSpc>
              <a:spcBef>
                <a:spcPts val="1000"/>
              </a:spcBef>
              <a:buFont typeface="Arial" panose="020B0604020202020204" pitchFamily="34" charset="0"/>
              <a:buChar char="•"/>
            </a:pPr>
            <a:r>
              <a:rPr lang="en-US" sz="1500" b="1" dirty="0">
                <a:solidFill>
                  <a:srgbClr val="222222"/>
                </a:solidFill>
              </a:rPr>
              <a:t>Average Delivery Days</a:t>
            </a:r>
          </a:p>
          <a:p>
            <a:pPr marL="285750" indent="-285750">
              <a:lnSpc>
                <a:spcPct val="130000"/>
              </a:lnSpc>
              <a:spcBef>
                <a:spcPts val="1000"/>
              </a:spcBef>
              <a:buFont typeface="Arial" panose="020B0604020202020204" pitchFamily="34" charset="0"/>
              <a:buChar char="•"/>
            </a:pPr>
            <a:r>
              <a:rPr lang="en-US" sz="1500" b="1" dirty="0">
                <a:solidFill>
                  <a:srgbClr val="222222"/>
                </a:solidFill>
              </a:rPr>
              <a:t>Average Delay</a:t>
            </a:r>
          </a:p>
          <a:p>
            <a:pPr marL="285750" indent="-285750">
              <a:lnSpc>
                <a:spcPct val="130000"/>
              </a:lnSpc>
              <a:spcBef>
                <a:spcPts val="1000"/>
              </a:spcBef>
              <a:buFont typeface="Arial" panose="020B0604020202020204" pitchFamily="34" charset="0"/>
              <a:buChar char="•"/>
            </a:pPr>
            <a:r>
              <a:rPr lang="en-US" sz="1500" b="1" dirty="0">
                <a:solidFill>
                  <a:srgbClr val="222222"/>
                </a:solidFill>
              </a:rPr>
              <a:t>Country/City/Region/State Impact on Delivery </a:t>
            </a:r>
            <a:r>
              <a:rPr lang="en-US" sz="1500" dirty="0">
                <a:solidFill>
                  <a:srgbClr val="222222"/>
                </a:solidFill>
              </a:rPr>
              <a:t>(Late Delivery% by Country/City/Region/State)</a:t>
            </a:r>
            <a:endParaRPr lang="en-US" sz="1500" b="1" dirty="0">
              <a:solidFill>
                <a:srgbClr val="222222"/>
              </a:solidFill>
            </a:endParaRPr>
          </a:p>
          <a:p>
            <a:pPr marL="285750" indent="-285750">
              <a:lnSpc>
                <a:spcPct val="130000"/>
              </a:lnSpc>
              <a:spcBef>
                <a:spcPts val="1000"/>
              </a:spcBef>
              <a:buFont typeface="Arial" panose="020B0604020202020204" pitchFamily="34" charset="0"/>
              <a:buChar char="•"/>
            </a:pPr>
            <a:r>
              <a:rPr lang="en-US" sz="1500" b="1" dirty="0">
                <a:solidFill>
                  <a:srgbClr val="222222"/>
                </a:solidFill>
              </a:rPr>
              <a:t>Total Orders by Shipping Mode</a:t>
            </a:r>
          </a:p>
          <a:p>
            <a:pPr marL="285750" indent="-285750">
              <a:lnSpc>
                <a:spcPct val="130000"/>
              </a:lnSpc>
              <a:spcBef>
                <a:spcPts val="1000"/>
              </a:spcBef>
              <a:buFont typeface="Arial" panose="020B0604020202020204" pitchFamily="34" charset="0"/>
              <a:buChar char="•"/>
            </a:pPr>
            <a:r>
              <a:rPr lang="en-US" sz="1500" b="1" dirty="0">
                <a:solidFill>
                  <a:srgbClr val="222222"/>
                </a:solidFill>
              </a:rPr>
              <a:t>Delivery Performance by Shipping Mode </a:t>
            </a:r>
            <a:r>
              <a:rPr lang="en-US" sz="1500" dirty="0">
                <a:solidFill>
                  <a:srgbClr val="222222"/>
                </a:solidFill>
              </a:rPr>
              <a:t>(Advance%, On-Time%, Late%, Canceled%)</a:t>
            </a:r>
          </a:p>
          <a:p>
            <a:pPr marL="285750" indent="-285750">
              <a:lnSpc>
                <a:spcPct val="130000"/>
              </a:lnSpc>
              <a:spcBef>
                <a:spcPts val="1000"/>
              </a:spcBef>
              <a:buFont typeface="Arial" panose="020B0604020202020204" pitchFamily="34" charset="0"/>
              <a:buChar char="•"/>
            </a:pPr>
            <a:r>
              <a:rPr lang="en-US" sz="1500" b="1" dirty="0">
                <a:solidFill>
                  <a:srgbClr val="222222"/>
                </a:solidFill>
              </a:rPr>
              <a:t>Average Delivery Days by Shipping Mode</a:t>
            </a:r>
          </a:p>
          <a:p>
            <a:pPr marL="285750" indent="-285750">
              <a:lnSpc>
                <a:spcPct val="130000"/>
              </a:lnSpc>
              <a:spcBef>
                <a:spcPts val="1000"/>
              </a:spcBef>
              <a:buFont typeface="Arial" panose="020B0604020202020204" pitchFamily="34" charset="0"/>
              <a:buChar char="•"/>
            </a:pPr>
            <a:r>
              <a:rPr lang="en-US" sz="1500" b="1" dirty="0">
                <a:solidFill>
                  <a:srgbClr val="222222"/>
                </a:solidFill>
              </a:rPr>
              <a:t>Average Delay by Shipping Mode</a:t>
            </a:r>
          </a:p>
        </p:txBody>
      </p:sp>
    </p:spTree>
    <p:extLst>
      <p:ext uri="{BB962C8B-B14F-4D97-AF65-F5344CB8AC3E}">
        <p14:creationId xmlns:p14="http://schemas.microsoft.com/office/powerpoint/2010/main" val="4030334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6" presetClass="emph" presetSubtype="0" accel="50000" decel="50000" autoRev="1" fill="hold" grpId="1" nodeType="withEffect">
                                  <p:stCondLst>
                                    <p:cond delay="500"/>
                                  </p:stCondLst>
                                  <p:childTnLst>
                                    <p:animScale>
                                      <p:cBhvr>
                                        <p:cTn id="9" dur="500" fill="hold"/>
                                        <p:tgtEl>
                                          <p:spTgt spid="6"/>
                                        </p:tgtEl>
                                      </p:cBhvr>
                                      <p:by x="105000" y="105000"/>
                                    </p:animScale>
                                  </p:childTnLst>
                                </p:cTn>
                              </p:par>
                              <p:par>
                                <p:cTn id="10" presetID="2" presetClass="entr" presetSubtype="4" decel="50000" fill="hold" grpId="0" nodeType="withEffect">
                                  <p:stCondLst>
                                    <p:cond delay="10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1" presetClass="exit" presetSubtype="0" fill="hold" grpId="2"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7" grpId="0"/>
    </p:bldLst>
  </p:timing>
</p:sld>
</file>

<file path=ppt/theme/theme1.xml><?xml version="1.0" encoding="utf-8"?>
<a:theme xmlns:a="http://schemas.openxmlformats.org/drawingml/2006/main" name="Voodoo Powerpoint Template">
  <a:themeElements>
    <a:clrScheme name="Voodoo Color">
      <a:dk1>
        <a:srgbClr val="222222"/>
      </a:dk1>
      <a:lt1>
        <a:srgbClr val="F7F7F7"/>
      </a:lt1>
      <a:dk2>
        <a:srgbClr val="222222"/>
      </a:dk2>
      <a:lt2>
        <a:srgbClr val="FEFFFF"/>
      </a:lt2>
      <a:accent1>
        <a:srgbClr val="1D46F3"/>
      </a:accent1>
      <a:accent2>
        <a:srgbClr val="FE5757"/>
      </a:accent2>
      <a:accent3>
        <a:srgbClr val="FE0061"/>
      </a:accent3>
      <a:accent4>
        <a:srgbClr val="A905B7"/>
      </a:accent4>
      <a:accent5>
        <a:srgbClr val="7030BD"/>
      </a:accent5>
      <a:accent6>
        <a:srgbClr val="3C4EBC"/>
      </a:accent6>
      <a:hlink>
        <a:srgbClr val="5352F5"/>
      </a:hlink>
      <a:folHlink>
        <a:srgbClr val="BFBFBF"/>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nSpc>
            <a:spcPct val="13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2.xml><?xml version="1.0" encoding="utf-8"?>
<a:theme xmlns:a="http://schemas.openxmlformats.org/drawingml/2006/main" name="Voodoo2 Powerpoint Template">
  <a:themeElements>
    <a:clrScheme name="Voodoo Color">
      <a:dk1>
        <a:srgbClr val="222222"/>
      </a:dk1>
      <a:lt1>
        <a:srgbClr val="F7F7F7"/>
      </a:lt1>
      <a:dk2>
        <a:srgbClr val="222222"/>
      </a:dk2>
      <a:lt2>
        <a:srgbClr val="FEFFFF"/>
      </a:lt2>
      <a:accent1>
        <a:srgbClr val="1D46F3"/>
      </a:accent1>
      <a:accent2>
        <a:srgbClr val="FE5757"/>
      </a:accent2>
      <a:accent3>
        <a:srgbClr val="FE0061"/>
      </a:accent3>
      <a:accent4>
        <a:srgbClr val="A905B7"/>
      </a:accent4>
      <a:accent5>
        <a:srgbClr val="7030BD"/>
      </a:accent5>
      <a:accent6>
        <a:srgbClr val="3C4EBC"/>
      </a:accent6>
      <a:hlink>
        <a:srgbClr val="5352F5"/>
      </a:hlink>
      <a:folHlink>
        <a:srgbClr val="BFBFBF"/>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144000" bIns="36000" rtlCol="0">
        <a:spAutoFit/>
      </a:bodyPr>
      <a:lstStyle>
        <a:defPPr>
          <a:lnSpc>
            <a:spcPct val="120000"/>
          </a:lnSpc>
          <a:spcBef>
            <a:spcPts val="1000"/>
          </a:spcBef>
          <a:defRPr sz="1400" b="1" dirty="0" smtClean="0"/>
        </a:defPPr>
      </a:lstStyle>
    </a:tx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1554</TotalTime>
  <Words>679</Words>
  <Application>Microsoft Office PowerPoint</Application>
  <PresentationFormat>Widescreen</PresentationFormat>
  <Paragraphs>87</Paragraphs>
  <Slides>14</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Calibri</vt:lpstr>
      <vt:lpstr>Montserrat</vt:lpstr>
      <vt:lpstr>Montserrat Black</vt:lpstr>
      <vt:lpstr>Montserrat SemiBold</vt:lpstr>
      <vt:lpstr>Open Sans</vt:lpstr>
      <vt:lpstr>Open Sans SemiBold</vt:lpstr>
      <vt:lpstr>Voodoo Powerpoint Template</vt:lpstr>
      <vt:lpstr>Voodoo2 Powerpoint Template</vt:lpstr>
      <vt:lpstr>Supply Chain Dataset Analysis</vt:lpstr>
      <vt:lpstr>Project Proposal</vt:lpstr>
      <vt:lpstr>Team Members</vt:lpstr>
      <vt:lpstr>Project Objective</vt:lpstr>
      <vt:lpstr>Data Source</vt:lpstr>
      <vt:lpstr>Data Source</vt:lpstr>
      <vt:lpstr>Data Source</vt:lpstr>
      <vt:lpstr>Business Questions</vt:lpstr>
      <vt:lpstr>Business Questions</vt:lpstr>
      <vt:lpstr>Business Questions</vt:lpstr>
      <vt:lpstr>Business Questions</vt:lpstr>
      <vt:lpstr>Key Performance Indicators</vt:lpstr>
      <vt:lpstr>Key Performance Indicators</vt:lpstr>
      <vt:lpstr>Key Performance Indicators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Voodoo Powerpoint</dc:title>
  <dc:subject/>
  <dc:creator>SevenBox</dc:creator>
  <cp:keywords/>
  <dc:description/>
  <cp:lastModifiedBy>mahmoud.fekry_a311</cp:lastModifiedBy>
  <cp:revision>199</cp:revision>
  <dcterms:created xsi:type="dcterms:W3CDTF">2017-07-25T02:03:18Z</dcterms:created>
  <dcterms:modified xsi:type="dcterms:W3CDTF">2025-09-07T17:47:07Z</dcterms:modified>
  <cp:category/>
</cp:coreProperties>
</file>